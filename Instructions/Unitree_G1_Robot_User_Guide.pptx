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8" r:id="rId13"/>
    <p:sldId id="265" r:id="rId14"/>
  </p:sldIdLst>
  <p:sldSz cx="12192000" cy="6858000"/>
  <p:notesSz cx="6858000" cy="9144000"/>
  <p:custDataLst>
    <p:tags r:id="rId19"/>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gs" Target="tags/tag28.xml"/><Relationship Id="rId18" Type="http://schemas.openxmlformats.org/officeDocument/2006/relationships/commentAuthors" Target="commentAuthors.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0:30. Explain the session sequence: identify the robot and controller, prepare a safe area, start from a face-up position, use the controller, shut down, then pack the robot.</a:t>
            </a:r>
          </a:p>
          <a:p>
            <a:r>
              <a:t>Sources: Unitree G1 official resources at https://www.unitree.com/cn/app/g1/ and user supplied G1 and controller images. Exact commands reflect the operating sequence supplied by the user.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1:00. Give only the operating context. Point out the body structure, the rear battery location and the fact that posture commands come from the controller.</a:t>
            </a:r>
          </a:p>
          <a:p>
            <a:r>
              <a:t>Sources: Unitree G1 official resources at https://www.unitree.com/cn/app/g1/ and user supplied G1 and controller images. Exact commands reflect the operating sequence supplied by the user.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1:30. Introduce the controller before teaching any command. Show the right-hand X, A and B buttons, explain that L2 is a shoulder key, and point out the lower front power key.</a:t>
            </a:r>
          </a:p>
          <a:p>
            <a:r>
              <a:t>Sources: Unitree G1 official resources at https://www.unitree.com/cn/app/g1/ and user supplied G1 and controller images. Exact commands reflect the operating sequence supplied by the user.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1:30. Use this as a spoken checklist. Keep the startup area clear, check the robot and battery, and keep fingers away from moving joints.</a:t>
            </a:r>
          </a:p>
          <a:p>
            <a:r>
              <a:t>Sources: Unitree G1 official resources at https://www.unitree.com/cn/app/g1/ and user supplied G1 and controller images. Exact commands reflect the operating sequence supplied by the user.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1:30. Demonstrate the face-up starting posture. The head and back rest on the floor, arms remain clear of the body and the legs stay aligned. Leave space for the robot to rise.</a:t>
            </a:r>
          </a:p>
          <a:p>
            <a:r>
              <a:t>Sources: Unitree G1 official resources at https://www.unitree.com/cn/app/g1/ and user supplied G1 and controller images. Exact commands reflect the operating sequence supplied by the user.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2:00. Confirm the robot is face up and stable. Check the battery latch. Use one short press, then press and hold the battery power key for more than 2 seconds. Wait for startup to complete.</a:t>
            </a:r>
          </a:p>
          <a:p>
            <a:r>
              <a:t>Sources: Unitree G1 official resources at https://www.unitree.com/cn/app/g1/ and user supplied G1 and controller images. Exact commands reflect the operating sequence supplied by the user.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1:30. Point to the red power key on the lower front edge. Use a short press followed by a press-and-hold longer than 2 seconds. Confirm the controller is ready before continuing.</a:t>
            </a:r>
          </a:p>
          <a:p>
            <a:r>
              <a:t>Sources: Unitree G1 official resources at https://www.unitree.com/cn/app/g1/ and user supplied G1 and controller images. Exact commands reflect the operating sequence supplied by the user.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2:00. Hold L2 and use the face button: X for stand, A for squat and B for damping mode. Explain that damping mode can remove active joint support, so an operator must support the robot before using it.</a:t>
            </a:r>
          </a:p>
          <a:p>
            <a:r>
              <a:t>Sources: Unitree G1 official resources at https://www.unitree.com/cn/app/g1/ and user supplied G1 and controller images. Exact commands reflect the operating sequence supplied by the user.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2:15. Stop motion, squat with L2+A and support the robot. Guide it into a face-up position. Use L2+B only after it is safely supported. Follow the exact power-off procedure for the G1 revision in use, then switch off the controller.</a:t>
            </a:r>
          </a:p>
          <a:p>
            <a:r>
              <a:t>Sources: Unitree G1 official resources at https://www.unitree.com/cn/app/g1/ and user supplied G1 and controller images. Exact commands reflect the operating sequence supplied by the user.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1:30. Demonstrate the face-up starting posture. The head and back rest on the floor, arms remain clear of the body and the legs stay aligned. Leave space for the robot to rise.</a:t>
            </a:r>
          </a:p>
          <a:p>
            <a:r>
              <a:t>Sources: Unitree G1 official resources at https://www.unitree.com/cn/app/g1/ and user supplied G1 and controller images. Exact commands reflect the operating sequence supplied by the user.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1:15. Confirm complete shutdown before handling. Match the robot to the packing insert, avoid forcing joints, check fingers and cables, then return the controller, charger and accessories. Total presentation time is approximately 15 minutes.</a:t>
            </a:r>
          </a:p>
          <a:p>
            <a:r>
              <a:t>Sources: Unitree G1 official resources at https://www.unitree.com/cn/app/g1/ and user supplied G1 and controller images. Exact commands reflect the operating sequence supplied by the user.</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1" Type="http://schemas.openxmlformats.org/officeDocument/2006/relationships/notesSlide" Target="../notesSlides/notesSlide2.xml"/><Relationship Id="rId10"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1" Type="http://schemas.openxmlformats.org/officeDocument/2006/relationships/notesSlide" Target="../notesSlides/notesSlide4.xml"/><Relationship Id="rId20" Type="http://schemas.openxmlformats.org/officeDocument/2006/relationships/slideLayout" Target="../slideLayouts/slideLayout1.xml"/><Relationship Id="rId2" Type="http://schemas.openxmlformats.org/officeDocument/2006/relationships/tags" Target="../tags/tag10.xml"/><Relationship Id="rId19" Type="http://schemas.openxmlformats.org/officeDocument/2006/relationships/tags" Target="../tags/tag27.xml"/><Relationship Id="rId18" Type="http://schemas.openxmlformats.org/officeDocument/2006/relationships/tags" Target="../tags/tag26.xml"/><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tags" Target="../tags/tag9.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1D20"/>
        </a:solidFill>
        <a:effectLst/>
      </p:bgPr>
    </p:bg>
    <p:spTree>
      <p:nvGrpSpPr>
        <p:cNvPr id="1" name=""/>
        <p:cNvGrpSpPr/>
        <p:nvPr/>
      </p:nvGrpSpPr>
      <p:grpSpPr/>
      <p:pic>
        <p:nvPicPr>
          <p:cNvPr id="8" name="图片 7"/>
          <p:cNvPicPr>
            <a:picLocks noChangeAspect="1"/>
          </p:cNvPicPr>
          <p:nvPr/>
        </p:nvPicPr>
        <p:blipFill>
          <a:blip r:embed="rId1"/>
          <a:srcRect l="30021" r="30021"/>
          <a:stretch>
            <a:fillRect/>
          </a:stretch>
        </p:blipFill>
        <p:spPr>
          <a:xfrm>
            <a:off x="5334000" y="0"/>
            <a:ext cx="6858000" cy="6858000"/>
          </a:xfrm>
          <a:prstGeom prst="rect">
            <a:avLst/>
          </a:prstGeom>
        </p:spPr>
      </p:pic>
      <p:sp>
        <p:nvSpPr>
          <p:cNvPr id="2" name="矩形 1"/>
          <p:cNvSpPr>
            <a:spLocks noGrp="1"/>
          </p:cNvSpPr>
          <p:nvPr/>
        </p:nvSpPr>
        <p:spPr>
          <a:xfrm>
            <a:off x="0" y="0"/>
            <a:ext cx="6191250" cy="6858000"/>
          </a:xfrm>
          <a:prstGeom prst="rect">
            <a:avLst/>
          </a:prstGeom>
          <a:solidFill>
            <a:srgbClr val="181D20"/>
          </a:solidFill>
          <a:ln w="0">
            <a:noFill/>
            <a:prstDash val="solid"/>
          </a:ln>
        </p:spPr>
      </p:sp>
      <p:sp>
        <p:nvSpPr>
          <p:cNvPr id="3" name="矩形 2"/>
          <p:cNvSpPr>
            <a:spLocks noGrp="1"/>
          </p:cNvSpPr>
          <p:nvPr/>
        </p:nvSpPr>
        <p:spPr>
          <a:xfrm>
            <a:off x="590550" y="704850"/>
            <a:ext cx="76200" cy="1066800"/>
          </a:xfrm>
          <a:prstGeom prst="rect">
            <a:avLst/>
          </a:prstGeom>
          <a:solidFill>
            <a:srgbClr val="EA6B36"/>
          </a:solidFill>
          <a:ln w="0">
            <a:noFill/>
            <a:prstDash val="solid"/>
          </a:ln>
        </p:spPr>
      </p:sp>
      <p:sp>
        <p:nvSpPr>
          <p:cNvPr id="4" name="矩形 3"/>
          <p:cNvSpPr>
            <a:spLocks noGrp="1"/>
          </p:cNvSpPr>
          <p:nvPr/>
        </p:nvSpPr>
        <p:spPr>
          <a:xfrm>
            <a:off x="895350" y="704850"/>
            <a:ext cx="4095750" cy="685800"/>
          </a:xfrm>
          <a:prstGeom prst="rect">
            <a:avLst/>
          </a:prstGeom>
          <a:noFill/>
          <a:ln w="0">
            <a:noFill/>
          </a:ln>
        </p:spPr>
        <p:txBody>
          <a:bodyPr wrap="square" lIns="0" tIns="0" rIns="0" bIns="0" anchor="t">
            <a:normAutofit/>
          </a:bodyPr>
          <a:lstStyle/>
          <a:p>
            <a:pPr algn="l">
              <a:lnSpc>
                <a:spcPct val="100000"/>
              </a:lnSpc>
              <a:buNone/>
              <a:defRPr sz="4125" b="1" i="0">
                <a:solidFill>
                  <a:srgbClr val="FFFFFF"/>
                </a:solidFill>
                <a:latin typeface="Times New Roman" panose="02020603050405020304"/>
                <a:ea typeface="Times New Roman" panose="02020603050405020304"/>
                <a:cs typeface="Times New Roman" panose="02020603050405020304"/>
              </a:defRPr>
            </a:pPr>
            <a:r>
              <a:rPr sz="4125" b="1" i="0">
                <a:solidFill>
                  <a:srgbClr val="FFFFFF"/>
                </a:solidFill>
                <a:latin typeface="Times New Roman" panose="02020603050405020304"/>
                <a:ea typeface="Times New Roman" panose="02020603050405020304"/>
                <a:cs typeface="Times New Roman" panose="02020603050405020304"/>
              </a:rPr>
              <a:t>UNITREE G1</a:t>
            </a:r>
            <a:endParaRPr sz="4125" b="1" i="0">
              <a:solidFill>
                <a:srgbClr val="FFFFFF"/>
              </a:solidFill>
              <a:latin typeface="Times New Roman" panose="02020603050405020304"/>
              <a:ea typeface="Times New Roman" panose="02020603050405020304"/>
              <a:cs typeface="Times New Roman" panose="02020603050405020304"/>
            </a:endParaRPr>
          </a:p>
        </p:txBody>
      </p:sp>
      <p:sp>
        <p:nvSpPr>
          <p:cNvPr id="5" name="矩形 4"/>
          <p:cNvSpPr>
            <a:spLocks noGrp="1"/>
          </p:cNvSpPr>
          <p:nvPr/>
        </p:nvSpPr>
        <p:spPr>
          <a:xfrm>
            <a:off x="895350" y="1562100"/>
            <a:ext cx="4476750" cy="1485900"/>
          </a:xfrm>
          <a:prstGeom prst="rect">
            <a:avLst/>
          </a:prstGeom>
          <a:noFill/>
          <a:ln w="0">
            <a:noFill/>
          </a:ln>
        </p:spPr>
        <p:txBody>
          <a:bodyPr wrap="square" lIns="0" tIns="0" rIns="0" bIns="0" anchor="t">
            <a:normAutofit/>
          </a:bodyPr>
          <a:lstStyle/>
          <a:p>
            <a:pPr algn="l">
              <a:lnSpc>
                <a:spcPct val="95000"/>
              </a:lnSpc>
              <a:buNone/>
              <a:defRPr sz="3225" b="1" i="0">
                <a:solidFill>
                  <a:srgbClr val="FFFFFF"/>
                </a:solidFill>
                <a:latin typeface="Times New Roman" panose="02020603050405020304"/>
                <a:ea typeface="Times New Roman" panose="02020603050405020304"/>
                <a:cs typeface="Times New Roman" panose="02020603050405020304"/>
              </a:defRPr>
            </a:pPr>
            <a:r>
              <a:rPr sz="3225" b="1" i="0">
                <a:solidFill>
                  <a:srgbClr val="FFFFFF"/>
                </a:solidFill>
                <a:latin typeface="Times New Roman" panose="02020603050405020304"/>
                <a:ea typeface="Times New Roman" panose="02020603050405020304"/>
                <a:cs typeface="Times New Roman" panose="02020603050405020304"/>
              </a:rPr>
              <a:t>Startup, shutdown</a:t>
            </a:r>
            <a:endParaRPr sz="3225" b="1" i="0">
              <a:solidFill>
                <a:srgbClr val="FFFFFF"/>
              </a:solidFill>
              <a:latin typeface="Times New Roman" panose="02020603050405020304"/>
              <a:ea typeface="Times New Roman" panose="02020603050405020304"/>
              <a:cs typeface="Times New Roman" panose="02020603050405020304"/>
            </a:endParaRPr>
          </a:p>
          <a:p>
            <a:pPr algn="l">
              <a:lnSpc>
                <a:spcPct val="95000"/>
              </a:lnSpc>
              <a:buNone/>
              <a:defRPr sz="3225" b="1" i="0">
                <a:solidFill>
                  <a:srgbClr val="FFFFFF"/>
                </a:solidFill>
                <a:latin typeface="Times New Roman" panose="02020603050405020304"/>
                <a:ea typeface="Times New Roman" panose="02020603050405020304"/>
                <a:cs typeface="Times New Roman" panose="02020603050405020304"/>
              </a:defRPr>
            </a:pPr>
            <a:r>
              <a:rPr sz="3225" b="1" i="0">
                <a:solidFill>
                  <a:srgbClr val="FFFFFF"/>
                </a:solidFill>
                <a:latin typeface="Times New Roman" panose="02020603050405020304"/>
                <a:ea typeface="Times New Roman" panose="02020603050405020304"/>
                <a:cs typeface="Times New Roman" panose="02020603050405020304"/>
              </a:rPr>
              <a:t>and packing</a:t>
            </a:r>
            <a:endParaRPr sz="3225" b="1" i="0">
              <a:solidFill>
                <a:srgbClr val="FFFFFF"/>
              </a:solidFill>
              <a:latin typeface="Times New Roman" panose="02020603050405020304"/>
              <a:ea typeface="Times New Roman" panose="02020603050405020304"/>
              <a:cs typeface="Times New Roman" panose="02020603050405020304"/>
            </a:endParaRPr>
          </a:p>
        </p:txBody>
      </p:sp>
      <p:sp>
        <p:nvSpPr>
          <p:cNvPr id="6" name="矩形 5"/>
          <p:cNvSpPr>
            <a:spLocks noGrp="1"/>
          </p:cNvSpPr>
          <p:nvPr/>
        </p:nvSpPr>
        <p:spPr>
          <a:xfrm>
            <a:off x="914400" y="3505200"/>
            <a:ext cx="3905250" cy="323850"/>
          </a:xfrm>
          <a:prstGeom prst="rect">
            <a:avLst/>
          </a:prstGeom>
          <a:noFill/>
          <a:ln w="0">
            <a:noFill/>
          </a:ln>
        </p:spPr>
        <p:txBody>
          <a:bodyPr wrap="square" lIns="0" tIns="0" rIns="0" bIns="0" anchor="t">
            <a:normAutofit/>
          </a:bodyPr>
          <a:lstStyle/>
          <a:p>
            <a:pPr algn="l">
              <a:lnSpc>
                <a:spcPct val="100000"/>
              </a:lnSpc>
              <a:buNone/>
              <a:defRPr sz="1875" b="0" i="0">
                <a:solidFill>
                  <a:srgbClr val="C8CFCC"/>
                </a:solidFill>
                <a:latin typeface="Times New Roman" panose="02020603050405020304"/>
                <a:ea typeface="Times New Roman" panose="02020603050405020304"/>
                <a:cs typeface="Times New Roman" panose="02020603050405020304"/>
              </a:defRPr>
            </a:pPr>
            <a:r>
              <a:rPr sz="1875" b="0" i="0">
                <a:solidFill>
                  <a:srgbClr val="C8CFCC"/>
                </a:solidFill>
                <a:latin typeface="Times New Roman" panose="02020603050405020304"/>
                <a:ea typeface="Times New Roman" panose="02020603050405020304"/>
                <a:cs typeface="Times New Roman" panose="02020603050405020304"/>
              </a:rPr>
              <a:t>Beginner operator training</a:t>
            </a:r>
            <a:endParaRPr sz="1875" b="0" i="0">
              <a:solidFill>
                <a:srgbClr val="C8CFCC"/>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914400" y="3981450"/>
            <a:ext cx="2476500" cy="285750"/>
          </a:xfrm>
          <a:prstGeom prst="rect">
            <a:avLst/>
          </a:prstGeom>
          <a:noFill/>
          <a:ln w="0">
            <a:noFill/>
          </a:ln>
        </p:spPr>
        <p:txBody>
          <a:bodyPr wrap="square" lIns="0" tIns="0" rIns="0" bIns="0" anchor="t">
            <a:normAutofit/>
          </a:bodyPr>
          <a:lstStyle/>
          <a:p>
            <a:pPr algn="l">
              <a:lnSpc>
                <a:spcPct val="100000"/>
              </a:lnSpc>
              <a:buNone/>
              <a:defRPr sz="1650" b="1" i="0">
                <a:solidFill>
                  <a:srgbClr val="EA6B36"/>
                </a:solidFill>
                <a:latin typeface="Times New Roman" panose="02020603050405020304"/>
                <a:ea typeface="Times New Roman" panose="02020603050405020304"/>
                <a:cs typeface="Times New Roman" panose="02020603050405020304"/>
              </a:defRPr>
            </a:pPr>
            <a:endParaRPr sz="1650" b="1" i="0">
              <a:solidFill>
                <a:srgbClr val="EA6B36"/>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F4"/>
        </a:solidFill>
        <a:effectLst/>
      </p:bgPr>
    </p:bg>
    <p:spTree>
      <p:nvGrpSpPr>
        <p:cNvPr id="1" name=""/>
        <p:cNvGrpSpPr/>
        <p:nvPr/>
      </p:nvGrpSpPr>
      <p:grpSpPr/>
      <p:sp>
        <p:nvSpPr>
          <p:cNvPr id="13" name="矩形 12"/>
          <p:cNvSpPr>
            <a:spLocks noGrp="1"/>
          </p:cNvSpPr>
          <p:nvPr/>
        </p:nvSpPr>
        <p:spPr>
          <a:xfrm>
            <a:off x="704850" y="400050"/>
            <a:ext cx="4572000" cy="228600"/>
          </a:xfrm>
          <a:prstGeom prst="rect">
            <a:avLst/>
          </a:prstGeom>
          <a:noFill/>
          <a:ln w="0">
            <a:noFill/>
          </a:ln>
        </p:spPr>
        <p:txBody>
          <a:bodyPr wrap="square" lIns="0" tIns="0" rIns="0" bIns="0" anchor="t">
            <a:normAutofit/>
          </a:bodyPr>
          <a:lstStyle/>
          <a:p>
            <a:pPr algn="l">
              <a:lnSpc>
                <a:spcPct val="100000"/>
              </a:lnSpc>
              <a:buNone/>
              <a:defRPr sz="1275" b="1" i="0">
                <a:solidFill>
                  <a:srgbClr val="147C78"/>
                </a:solidFill>
                <a:latin typeface="Times New Roman" panose="02020603050405020304"/>
                <a:ea typeface="Times New Roman" panose="02020603050405020304"/>
                <a:cs typeface="Times New Roman" panose="02020603050405020304"/>
              </a:defRPr>
            </a:pPr>
            <a:r>
              <a:rPr sz="1275" b="1" i="0">
                <a:solidFill>
                  <a:srgbClr val="147C78"/>
                </a:solidFill>
                <a:latin typeface="Times New Roman" panose="02020603050405020304"/>
                <a:ea typeface="Times New Roman" panose="02020603050405020304"/>
                <a:cs typeface="Times New Roman" panose="02020603050405020304"/>
              </a:rPr>
              <a:t>ROBOT OVERVIEW</a:t>
            </a:r>
            <a:endParaRPr sz="1275" b="1" i="0">
              <a:solidFill>
                <a:srgbClr val="147C78"/>
              </a:solidFill>
              <a:latin typeface="Times New Roman" panose="02020603050405020304"/>
              <a:ea typeface="Times New Roman" panose="02020603050405020304"/>
              <a:cs typeface="Times New Roman" panose="02020603050405020304"/>
            </a:endParaRPr>
          </a:p>
        </p:txBody>
      </p:sp>
      <p:sp>
        <p:nvSpPr>
          <p:cNvPr id="2" name="矩形 1"/>
          <p:cNvSpPr>
            <a:spLocks noGrp="1"/>
          </p:cNvSpPr>
          <p:nvPr/>
        </p:nvSpPr>
        <p:spPr>
          <a:xfrm>
            <a:off x="704850" y="723900"/>
            <a:ext cx="10763250" cy="590550"/>
          </a:xfrm>
          <a:prstGeom prst="rect">
            <a:avLst/>
          </a:prstGeom>
          <a:noFill/>
          <a:ln w="0">
            <a:noFill/>
          </a:ln>
        </p:spPr>
        <p:txBody>
          <a:bodyPr wrap="square" lIns="0" tIns="0" rIns="0" bIns="0" anchor="t">
            <a:normAutofit/>
          </a:bodyPr>
          <a:lstStyle/>
          <a:p>
            <a:pPr algn="l">
              <a:lnSpc>
                <a:spcPct val="100000"/>
              </a:lnSpc>
              <a:buNone/>
              <a:defRPr sz="3075" b="1" i="0">
                <a:solidFill>
                  <a:srgbClr val="181D20"/>
                </a:solidFill>
                <a:latin typeface="Times New Roman" panose="02020603050405020304"/>
                <a:ea typeface="Times New Roman" panose="02020603050405020304"/>
                <a:cs typeface="Times New Roman" panose="02020603050405020304"/>
              </a:defRPr>
            </a:pPr>
            <a:r>
              <a:rPr sz="3075" b="1" i="0">
                <a:solidFill>
                  <a:srgbClr val="181D20"/>
                </a:solidFill>
                <a:latin typeface="Times New Roman" panose="02020603050405020304"/>
                <a:ea typeface="Times New Roman" panose="02020603050405020304"/>
                <a:cs typeface="Times New Roman" panose="02020603050405020304"/>
              </a:rPr>
              <a:t>G1 at a glance</a:t>
            </a:r>
            <a:endParaRPr sz="3075" b="1" i="0">
              <a:solidFill>
                <a:srgbClr val="181D20"/>
              </a:solidFill>
              <a:latin typeface="Times New Roman" panose="02020603050405020304"/>
              <a:ea typeface="Times New Roman" panose="02020603050405020304"/>
              <a:cs typeface="Times New Roman" panose="02020603050405020304"/>
            </a:endParaRPr>
          </a:p>
        </p:txBody>
      </p:sp>
      <p:sp>
        <p:nvSpPr>
          <p:cNvPr id="3" name="矩形 2"/>
          <p:cNvSpPr>
            <a:spLocks noGrp="1"/>
          </p:cNvSpPr>
          <p:nvPr/>
        </p:nvSpPr>
        <p:spPr>
          <a:xfrm>
            <a:off x="704850" y="1419225"/>
            <a:ext cx="609600" cy="47625"/>
          </a:xfrm>
          <a:prstGeom prst="rect">
            <a:avLst/>
          </a:prstGeom>
          <a:solidFill>
            <a:srgbClr val="EA6B36"/>
          </a:solidFill>
          <a:ln w="0">
            <a:noFill/>
            <a:prstDash val="solid"/>
          </a:ln>
        </p:spPr>
      </p:sp>
      <p:pic>
        <p:nvPicPr>
          <p:cNvPr id="16" name="图片 15"/>
          <p:cNvPicPr>
            <a:picLocks noChangeAspect="1"/>
          </p:cNvPicPr>
          <p:nvPr/>
        </p:nvPicPr>
        <p:blipFill>
          <a:blip r:embed="rId1"/>
          <a:stretch>
            <a:fillRect/>
          </a:stretch>
        </p:blipFill>
        <p:spPr>
          <a:xfrm>
            <a:off x="647700" y="2465122"/>
            <a:ext cx="6381750" cy="2832631"/>
          </a:xfrm>
          <a:prstGeom prst="rect">
            <a:avLst/>
          </a:prstGeom>
        </p:spPr>
      </p:pic>
      <p:sp>
        <p:nvSpPr>
          <p:cNvPr id="5" name="矩形 4"/>
          <p:cNvSpPr>
            <a:spLocks noGrp="1"/>
          </p:cNvSpPr>
          <p:nvPr>
            <p:custDataLst>
              <p:tags r:id="rId2"/>
            </p:custDataLst>
          </p:nvPr>
        </p:nvSpPr>
        <p:spPr>
          <a:xfrm>
            <a:off x="7524750" y="1952625"/>
            <a:ext cx="3714750" cy="419100"/>
          </a:xfrm>
          <a:prstGeom prst="rect">
            <a:avLst/>
          </a:prstGeom>
          <a:noFill/>
          <a:ln w="0">
            <a:noFill/>
          </a:ln>
        </p:spPr>
        <p:txBody>
          <a:bodyPr wrap="square" lIns="0" tIns="0" rIns="0" bIns="0" anchor="t">
            <a:normAutofit/>
          </a:bodyPr>
          <a:lstStyle/>
          <a:p>
            <a:pPr algn="l">
              <a:lnSpc>
                <a:spcPct val="100000"/>
              </a:lnSpc>
              <a:buNone/>
              <a:defRPr sz="2250" b="1" i="0">
                <a:solidFill>
                  <a:srgbClr val="181D20"/>
                </a:solidFill>
                <a:latin typeface="Times New Roman" panose="02020603050405020304"/>
                <a:ea typeface="Times New Roman" panose="02020603050405020304"/>
                <a:cs typeface="Times New Roman" panose="02020603050405020304"/>
              </a:defRPr>
            </a:pPr>
            <a:r>
              <a:rPr sz="2250" b="1" i="0">
                <a:solidFill>
                  <a:srgbClr val="181D20"/>
                </a:solidFill>
                <a:latin typeface="Times New Roman" panose="02020603050405020304"/>
                <a:ea typeface="Times New Roman" panose="02020603050405020304"/>
                <a:cs typeface="Times New Roman" panose="02020603050405020304"/>
              </a:rPr>
              <a:t>Humanoid structure</a:t>
            </a:r>
            <a:endParaRPr sz="2250" b="1" i="0">
              <a:solidFill>
                <a:srgbClr val="181D20"/>
              </a:solidFill>
              <a:latin typeface="Times New Roman" panose="02020603050405020304"/>
              <a:ea typeface="Times New Roman" panose="02020603050405020304"/>
              <a:cs typeface="Times New Roman" panose="02020603050405020304"/>
            </a:endParaRPr>
          </a:p>
        </p:txBody>
      </p:sp>
      <p:sp>
        <p:nvSpPr>
          <p:cNvPr id="6" name="矩形 5"/>
          <p:cNvSpPr>
            <a:spLocks noGrp="1"/>
          </p:cNvSpPr>
          <p:nvPr>
            <p:custDataLst>
              <p:tags r:id="rId3"/>
            </p:custDataLst>
          </p:nvPr>
        </p:nvSpPr>
        <p:spPr>
          <a:xfrm>
            <a:off x="7524750" y="2447925"/>
            <a:ext cx="3714750" cy="714375"/>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Head, torso, arms, hands, legs and feet move as one system.</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7" name="直接连接符 6"/>
          <p:cNvSpPr>
            <a:spLocks noGrp="1"/>
          </p:cNvSpPr>
          <p:nvPr>
            <p:custDataLst>
              <p:tags r:id="rId4"/>
            </p:custDataLst>
          </p:nvPr>
        </p:nvSpPr>
        <p:spPr>
          <a:xfrm>
            <a:off x="7524750" y="3371850"/>
            <a:ext cx="3619500" cy="0"/>
          </a:xfrm>
          <a:prstGeom prst="line">
            <a:avLst/>
          </a:prstGeom>
          <a:noFill/>
          <a:ln w="19050">
            <a:solidFill>
              <a:srgbClr val="D1D8D5"/>
            </a:solidFill>
            <a:prstDash val="solid"/>
          </a:ln>
        </p:spPr>
      </p:sp>
      <p:sp>
        <p:nvSpPr>
          <p:cNvPr id="8" name="矩形 7"/>
          <p:cNvSpPr>
            <a:spLocks noGrp="1"/>
          </p:cNvSpPr>
          <p:nvPr>
            <p:custDataLst>
              <p:tags r:id="rId5"/>
            </p:custDataLst>
          </p:nvPr>
        </p:nvSpPr>
        <p:spPr>
          <a:xfrm>
            <a:off x="7524750" y="3638550"/>
            <a:ext cx="3714750" cy="419100"/>
          </a:xfrm>
          <a:prstGeom prst="rect">
            <a:avLst/>
          </a:prstGeom>
          <a:noFill/>
          <a:ln w="0">
            <a:noFill/>
          </a:ln>
        </p:spPr>
        <p:txBody>
          <a:bodyPr wrap="square" lIns="0" tIns="0" rIns="0" bIns="0" anchor="t">
            <a:normAutofit/>
          </a:bodyPr>
          <a:lstStyle/>
          <a:p>
            <a:pPr algn="l">
              <a:lnSpc>
                <a:spcPct val="100000"/>
              </a:lnSpc>
              <a:buNone/>
              <a:defRPr sz="2250" b="1" i="0">
                <a:solidFill>
                  <a:srgbClr val="147C78"/>
                </a:solidFill>
                <a:latin typeface="Times New Roman" panose="02020603050405020304"/>
                <a:ea typeface="Times New Roman" panose="02020603050405020304"/>
                <a:cs typeface="Times New Roman" panose="02020603050405020304"/>
              </a:defRPr>
            </a:pPr>
            <a:r>
              <a:rPr sz="2250" b="1" i="0">
                <a:solidFill>
                  <a:srgbClr val="147C78"/>
                </a:solidFill>
                <a:latin typeface="Times New Roman" panose="02020603050405020304"/>
                <a:ea typeface="Times New Roman" panose="02020603050405020304"/>
                <a:cs typeface="Times New Roman" panose="02020603050405020304"/>
              </a:rPr>
              <a:t>Rear battery</a:t>
            </a:r>
            <a:endParaRPr sz="2250" b="1" i="0">
              <a:solidFill>
                <a:srgbClr val="147C78"/>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custDataLst>
              <p:tags r:id="rId6"/>
            </p:custDataLst>
          </p:nvPr>
        </p:nvSpPr>
        <p:spPr>
          <a:xfrm>
            <a:off x="7524750" y="4133850"/>
            <a:ext cx="3714750" cy="70485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The battery and its power key sit on the back of the robot.</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10" name="直接连接符 9"/>
          <p:cNvSpPr>
            <a:spLocks noGrp="1"/>
          </p:cNvSpPr>
          <p:nvPr>
            <p:custDataLst>
              <p:tags r:id="rId7"/>
            </p:custDataLst>
          </p:nvPr>
        </p:nvSpPr>
        <p:spPr>
          <a:xfrm>
            <a:off x="7524750" y="5048250"/>
            <a:ext cx="3619500" cy="0"/>
          </a:xfrm>
          <a:prstGeom prst="line">
            <a:avLst/>
          </a:prstGeom>
          <a:noFill/>
          <a:ln w="19050">
            <a:solidFill>
              <a:srgbClr val="D1D8D5"/>
            </a:solidFill>
            <a:prstDash val="solid"/>
          </a:ln>
        </p:spPr>
      </p:sp>
      <p:sp>
        <p:nvSpPr>
          <p:cNvPr id="11" name="矩形 10"/>
          <p:cNvSpPr>
            <a:spLocks noGrp="1"/>
          </p:cNvSpPr>
          <p:nvPr>
            <p:custDataLst>
              <p:tags r:id="rId8"/>
            </p:custDataLst>
          </p:nvPr>
        </p:nvSpPr>
        <p:spPr>
          <a:xfrm>
            <a:off x="7524750" y="5314950"/>
            <a:ext cx="3714750" cy="400050"/>
          </a:xfrm>
          <a:prstGeom prst="rect">
            <a:avLst/>
          </a:prstGeom>
          <a:noFill/>
          <a:ln w="0">
            <a:noFill/>
          </a:ln>
        </p:spPr>
        <p:txBody>
          <a:bodyPr wrap="square" lIns="0" tIns="0" rIns="0" bIns="0" anchor="t">
            <a:normAutofit/>
          </a:bodyPr>
          <a:lstStyle/>
          <a:p>
            <a:pPr algn="l">
              <a:lnSpc>
                <a:spcPct val="100000"/>
              </a:lnSpc>
              <a:buNone/>
              <a:defRPr sz="2250" b="1" i="0">
                <a:solidFill>
                  <a:srgbClr val="EA6B36"/>
                </a:solidFill>
                <a:latin typeface="Times New Roman" panose="02020603050405020304"/>
                <a:ea typeface="Times New Roman" panose="02020603050405020304"/>
                <a:cs typeface="Times New Roman" panose="02020603050405020304"/>
              </a:defRPr>
            </a:pPr>
            <a:r>
              <a:rPr sz="2250" b="1" i="0">
                <a:solidFill>
                  <a:srgbClr val="EA6B36"/>
                </a:solidFill>
                <a:latin typeface="Times New Roman" panose="02020603050405020304"/>
                <a:ea typeface="Times New Roman" panose="02020603050405020304"/>
                <a:cs typeface="Times New Roman" panose="02020603050405020304"/>
              </a:rPr>
              <a:t>Operator control</a:t>
            </a:r>
            <a:endParaRPr sz="2250" b="1" i="0">
              <a:solidFill>
                <a:srgbClr val="EA6B36"/>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custDataLst>
              <p:tags r:id="rId9"/>
            </p:custDataLst>
          </p:nvPr>
        </p:nvSpPr>
        <p:spPr>
          <a:xfrm>
            <a:off x="7524750" y="5791200"/>
            <a:ext cx="3714750" cy="609600"/>
          </a:xfrm>
          <a:prstGeom prst="rect">
            <a:avLst/>
          </a:prstGeom>
          <a:noFill/>
          <a:ln w="0">
            <a:noFill/>
          </a:ln>
        </p:spPr>
        <p:txBody>
          <a:bodyPr wrap="square" lIns="0" tIns="0" rIns="0" bIns="0" anchor="t">
            <a:normAutofit/>
          </a:bodyPr>
          <a:lstStyle/>
          <a:p>
            <a:pPr algn="l">
              <a:lnSpc>
                <a:spcPct val="100000"/>
              </a:lnSpc>
              <a:buNone/>
              <a:defRPr sz="1650" b="0" i="0">
                <a:solidFill>
                  <a:srgbClr val="5E676B"/>
                </a:solidFill>
                <a:latin typeface="Times New Roman" panose="02020603050405020304"/>
                <a:ea typeface="Times New Roman" panose="02020603050405020304"/>
                <a:cs typeface="Times New Roman" panose="02020603050405020304"/>
              </a:defRPr>
            </a:pPr>
            <a:r>
              <a:rPr sz="1650" b="0" i="0">
                <a:solidFill>
                  <a:srgbClr val="5E676B"/>
                </a:solidFill>
                <a:latin typeface="Times New Roman" panose="02020603050405020304"/>
                <a:ea typeface="Times New Roman" panose="02020603050405020304"/>
                <a:cs typeface="Times New Roman" panose="02020603050405020304"/>
              </a:rPr>
              <a:t>This training uses the handheld controller for posture commands.</a:t>
            </a:r>
            <a:endParaRPr sz="1650" b="0" i="0">
              <a:solidFill>
                <a:srgbClr val="5E676B"/>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F4"/>
        </a:solidFill>
        <a:effectLst/>
      </p:bgPr>
    </p:bg>
    <p:spTree>
      <p:nvGrpSpPr>
        <p:cNvPr id="1" name=""/>
        <p:cNvGrpSpPr/>
        <p:nvPr/>
      </p:nvGrpSpPr>
      <p:grpSpPr/>
      <p:sp>
        <p:nvSpPr>
          <p:cNvPr id="14" name="矩形 13"/>
          <p:cNvSpPr>
            <a:spLocks noGrp="1"/>
          </p:cNvSpPr>
          <p:nvPr/>
        </p:nvSpPr>
        <p:spPr>
          <a:xfrm>
            <a:off x="704850" y="400050"/>
            <a:ext cx="4572000" cy="228600"/>
          </a:xfrm>
          <a:prstGeom prst="rect">
            <a:avLst/>
          </a:prstGeom>
          <a:noFill/>
          <a:ln w="0">
            <a:noFill/>
          </a:ln>
        </p:spPr>
        <p:txBody>
          <a:bodyPr wrap="square" lIns="0" tIns="0" rIns="0" bIns="0" anchor="t">
            <a:normAutofit/>
          </a:bodyPr>
          <a:lstStyle/>
          <a:p>
            <a:pPr algn="l">
              <a:lnSpc>
                <a:spcPct val="100000"/>
              </a:lnSpc>
              <a:buNone/>
              <a:defRPr sz="1275" b="1" i="0">
                <a:solidFill>
                  <a:srgbClr val="147C78"/>
                </a:solidFill>
                <a:latin typeface="Times New Roman" panose="02020603050405020304"/>
                <a:ea typeface="Times New Roman" panose="02020603050405020304"/>
                <a:cs typeface="Times New Roman" panose="02020603050405020304"/>
              </a:defRPr>
            </a:pPr>
            <a:r>
              <a:rPr sz="1275" b="1" i="0">
                <a:solidFill>
                  <a:srgbClr val="147C78"/>
                </a:solidFill>
                <a:latin typeface="Times New Roman" panose="02020603050405020304"/>
                <a:ea typeface="Times New Roman" panose="02020603050405020304"/>
                <a:cs typeface="Times New Roman" panose="02020603050405020304"/>
              </a:rPr>
              <a:t>REMOTE CONTROL</a:t>
            </a:r>
            <a:endParaRPr sz="1275" b="1" i="0">
              <a:solidFill>
                <a:srgbClr val="147C78"/>
              </a:solidFill>
              <a:latin typeface="Times New Roman" panose="02020603050405020304"/>
              <a:ea typeface="Times New Roman" panose="02020603050405020304"/>
              <a:cs typeface="Times New Roman" panose="02020603050405020304"/>
            </a:endParaRPr>
          </a:p>
        </p:txBody>
      </p:sp>
      <p:sp>
        <p:nvSpPr>
          <p:cNvPr id="2" name="矩形 1"/>
          <p:cNvSpPr>
            <a:spLocks noGrp="1"/>
          </p:cNvSpPr>
          <p:nvPr/>
        </p:nvSpPr>
        <p:spPr>
          <a:xfrm>
            <a:off x="704850" y="723900"/>
            <a:ext cx="10763250" cy="590550"/>
          </a:xfrm>
          <a:prstGeom prst="rect">
            <a:avLst/>
          </a:prstGeom>
          <a:noFill/>
          <a:ln w="0">
            <a:noFill/>
          </a:ln>
        </p:spPr>
        <p:txBody>
          <a:bodyPr wrap="square" lIns="0" tIns="0" rIns="0" bIns="0" anchor="t">
            <a:normAutofit/>
          </a:bodyPr>
          <a:lstStyle/>
          <a:p>
            <a:pPr algn="l">
              <a:lnSpc>
                <a:spcPct val="100000"/>
              </a:lnSpc>
              <a:buNone/>
              <a:defRPr sz="3075" b="1" i="0">
                <a:solidFill>
                  <a:srgbClr val="181D20"/>
                </a:solidFill>
                <a:latin typeface="Times New Roman" panose="02020603050405020304"/>
                <a:ea typeface="Times New Roman" panose="02020603050405020304"/>
                <a:cs typeface="Times New Roman" panose="02020603050405020304"/>
              </a:defRPr>
            </a:pPr>
            <a:r>
              <a:rPr sz="3075" b="1" i="0">
                <a:solidFill>
                  <a:srgbClr val="181D20"/>
                </a:solidFill>
                <a:latin typeface="Times New Roman" panose="02020603050405020304"/>
                <a:ea typeface="Times New Roman" panose="02020603050405020304"/>
                <a:cs typeface="Times New Roman" panose="02020603050405020304"/>
              </a:rPr>
              <a:t>Controller overview</a:t>
            </a:r>
            <a:endParaRPr sz="3075" b="1" i="0">
              <a:solidFill>
                <a:srgbClr val="181D20"/>
              </a:solidFill>
              <a:latin typeface="Times New Roman" panose="02020603050405020304"/>
              <a:ea typeface="Times New Roman" panose="02020603050405020304"/>
              <a:cs typeface="Times New Roman" panose="02020603050405020304"/>
            </a:endParaRPr>
          </a:p>
        </p:txBody>
      </p:sp>
      <p:sp>
        <p:nvSpPr>
          <p:cNvPr id="3" name="矩形 2"/>
          <p:cNvSpPr>
            <a:spLocks noGrp="1"/>
          </p:cNvSpPr>
          <p:nvPr/>
        </p:nvSpPr>
        <p:spPr>
          <a:xfrm>
            <a:off x="704850" y="1419225"/>
            <a:ext cx="609600" cy="47625"/>
          </a:xfrm>
          <a:prstGeom prst="rect">
            <a:avLst/>
          </a:prstGeom>
          <a:solidFill>
            <a:srgbClr val="EA6B36"/>
          </a:solidFill>
          <a:ln w="0">
            <a:noFill/>
            <a:prstDash val="solid"/>
          </a:ln>
        </p:spPr>
      </p:sp>
      <p:pic>
        <p:nvPicPr>
          <p:cNvPr id="17" name="图片 16"/>
          <p:cNvPicPr>
            <a:picLocks noChangeAspect="1"/>
          </p:cNvPicPr>
          <p:nvPr/>
        </p:nvPicPr>
        <p:blipFill>
          <a:blip r:embed="rId1"/>
          <a:stretch>
            <a:fillRect/>
          </a:stretch>
        </p:blipFill>
        <p:spPr>
          <a:xfrm>
            <a:off x="1120378" y="1733550"/>
            <a:ext cx="6093619" cy="4572000"/>
          </a:xfrm>
          <a:prstGeom prst="rect">
            <a:avLst/>
          </a:prstGeom>
        </p:spPr>
      </p:pic>
      <p:sp>
        <p:nvSpPr>
          <p:cNvPr id="5" name="椭圆 4"/>
          <p:cNvSpPr>
            <a:spLocks noGrp="1"/>
          </p:cNvSpPr>
          <p:nvPr/>
        </p:nvSpPr>
        <p:spPr>
          <a:xfrm>
            <a:off x="5476875" y="3971925"/>
            <a:ext cx="1257300" cy="1428750"/>
          </a:xfrm>
          <a:prstGeom prst="ellipse">
            <a:avLst/>
          </a:prstGeom>
          <a:noFill/>
          <a:ln w="38100">
            <a:solidFill>
              <a:srgbClr val="EA6B36"/>
            </a:solidFill>
            <a:prstDash val="solid"/>
          </a:ln>
        </p:spPr>
      </p:sp>
      <p:sp>
        <p:nvSpPr>
          <p:cNvPr id="6" name="矩形 5"/>
          <p:cNvSpPr>
            <a:spLocks noGrp="1"/>
          </p:cNvSpPr>
          <p:nvPr/>
        </p:nvSpPr>
        <p:spPr>
          <a:xfrm>
            <a:off x="8229600" y="2076450"/>
            <a:ext cx="2476500" cy="428625"/>
          </a:xfrm>
          <a:prstGeom prst="rect">
            <a:avLst/>
          </a:prstGeom>
          <a:noFill/>
          <a:ln w="0">
            <a:noFill/>
          </a:ln>
        </p:spPr>
        <p:txBody>
          <a:bodyPr wrap="square" lIns="0" tIns="0" rIns="0" bIns="0" anchor="t">
            <a:normAutofit/>
          </a:bodyPr>
          <a:lstStyle/>
          <a:p>
            <a:pPr algn="l">
              <a:lnSpc>
                <a:spcPct val="100000"/>
              </a:lnSpc>
              <a:buNone/>
              <a:defRPr sz="2400" b="1" i="0">
                <a:solidFill>
                  <a:srgbClr val="EA6B36"/>
                </a:solidFill>
                <a:latin typeface="Times New Roman" panose="02020603050405020304"/>
                <a:ea typeface="Times New Roman" panose="02020603050405020304"/>
                <a:cs typeface="Times New Roman" panose="02020603050405020304"/>
              </a:defRPr>
            </a:pPr>
            <a:r>
              <a:rPr sz="2400" b="1" i="0">
                <a:solidFill>
                  <a:srgbClr val="EA6B36"/>
                </a:solidFill>
                <a:latin typeface="Times New Roman" panose="02020603050405020304"/>
                <a:ea typeface="Times New Roman" panose="02020603050405020304"/>
                <a:cs typeface="Times New Roman" panose="02020603050405020304"/>
              </a:rPr>
              <a:t>X / A / B</a:t>
            </a:r>
            <a:endParaRPr sz="2400" b="1" i="0">
              <a:solidFill>
                <a:srgbClr val="EA6B36"/>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8229600" y="2571750"/>
            <a:ext cx="3143250" cy="76200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Posture commands use the right-hand face buttons.</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8" name="直接连接符 7"/>
          <p:cNvSpPr>
            <a:spLocks noGrp="1"/>
          </p:cNvSpPr>
          <p:nvPr/>
        </p:nvSpPr>
        <p:spPr>
          <a:xfrm>
            <a:off x="8229600" y="3571875"/>
            <a:ext cx="3009900" cy="0"/>
          </a:xfrm>
          <a:prstGeom prst="line">
            <a:avLst/>
          </a:prstGeom>
          <a:noFill/>
          <a:ln w="19050">
            <a:solidFill>
              <a:srgbClr val="D1D8D5"/>
            </a:solidFill>
            <a:prstDash val="solid"/>
          </a:ln>
        </p:spPr>
      </p:sp>
      <p:sp>
        <p:nvSpPr>
          <p:cNvPr id="9" name="矩形 8"/>
          <p:cNvSpPr>
            <a:spLocks noGrp="1"/>
          </p:cNvSpPr>
          <p:nvPr/>
        </p:nvSpPr>
        <p:spPr>
          <a:xfrm>
            <a:off x="8229600" y="3905250"/>
            <a:ext cx="3000375" cy="428625"/>
          </a:xfrm>
          <a:prstGeom prst="rect">
            <a:avLst/>
          </a:prstGeom>
          <a:noFill/>
          <a:ln w="0">
            <a:noFill/>
          </a:ln>
        </p:spPr>
        <p:txBody>
          <a:bodyPr wrap="square" lIns="0" tIns="0" rIns="0" bIns="0" anchor="t">
            <a:normAutofit/>
          </a:bodyPr>
          <a:lstStyle/>
          <a:p>
            <a:pPr algn="l">
              <a:lnSpc>
                <a:spcPct val="100000"/>
              </a:lnSpc>
              <a:buNone/>
              <a:defRPr sz="2250" b="1" i="0">
                <a:solidFill>
                  <a:srgbClr val="147C78"/>
                </a:solidFill>
                <a:latin typeface="Times New Roman" panose="02020603050405020304"/>
                <a:ea typeface="Times New Roman" panose="02020603050405020304"/>
                <a:cs typeface="Times New Roman" panose="02020603050405020304"/>
              </a:defRPr>
            </a:pPr>
            <a:r>
              <a:rPr sz="2250" b="1" i="0">
                <a:solidFill>
                  <a:srgbClr val="147C78"/>
                </a:solidFill>
                <a:latin typeface="Times New Roman" panose="02020603050405020304"/>
                <a:ea typeface="Times New Roman" panose="02020603050405020304"/>
                <a:cs typeface="Times New Roman" panose="02020603050405020304"/>
              </a:rPr>
              <a:t>L2 shoulder key</a:t>
            </a:r>
            <a:endParaRPr sz="2250" b="1" i="0">
              <a:solidFill>
                <a:srgbClr val="147C7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8229600" y="4391025"/>
            <a:ext cx="3143250" cy="74295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Hold L2 while pressing the required face button.</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11" name="直接连接符 10"/>
          <p:cNvSpPr>
            <a:spLocks noGrp="1"/>
          </p:cNvSpPr>
          <p:nvPr/>
        </p:nvSpPr>
        <p:spPr>
          <a:xfrm>
            <a:off x="8229600" y="5391150"/>
            <a:ext cx="3009900" cy="0"/>
          </a:xfrm>
          <a:prstGeom prst="line">
            <a:avLst/>
          </a:prstGeom>
          <a:noFill/>
          <a:ln w="19050">
            <a:solidFill>
              <a:srgbClr val="D1D8D5"/>
            </a:solidFill>
            <a:prstDash val="solid"/>
          </a:ln>
        </p:spPr>
      </p:sp>
      <p:sp>
        <p:nvSpPr>
          <p:cNvPr id="12" name="矩形 11"/>
          <p:cNvSpPr>
            <a:spLocks noGrp="1"/>
          </p:cNvSpPr>
          <p:nvPr/>
        </p:nvSpPr>
        <p:spPr>
          <a:xfrm>
            <a:off x="8229600" y="5676900"/>
            <a:ext cx="2857500" cy="400050"/>
          </a:xfrm>
          <a:prstGeom prst="rect">
            <a:avLst/>
          </a:prstGeom>
          <a:noFill/>
          <a:ln w="0">
            <a:noFill/>
          </a:ln>
        </p:spPr>
        <p:txBody>
          <a:bodyPr wrap="square" lIns="0" tIns="0" rIns="0" bIns="0" anchor="t">
            <a:normAutofit/>
          </a:bodyPr>
          <a:lstStyle/>
          <a:p>
            <a:pPr algn="l">
              <a:lnSpc>
                <a:spcPct val="100000"/>
              </a:lnSpc>
              <a:buNone/>
              <a:defRPr sz="2175" b="1" i="0">
                <a:solidFill>
                  <a:srgbClr val="181D20"/>
                </a:solidFill>
                <a:latin typeface="Times New Roman" panose="02020603050405020304"/>
                <a:ea typeface="Times New Roman" panose="02020603050405020304"/>
                <a:cs typeface="Times New Roman" panose="02020603050405020304"/>
              </a:defRPr>
            </a:pPr>
            <a:r>
              <a:rPr sz="2175" b="1" i="0">
                <a:solidFill>
                  <a:srgbClr val="181D20"/>
                </a:solidFill>
                <a:latin typeface="Times New Roman" panose="02020603050405020304"/>
                <a:ea typeface="Times New Roman" panose="02020603050405020304"/>
                <a:cs typeface="Times New Roman" panose="02020603050405020304"/>
              </a:rPr>
              <a:t>Power key</a:t>
            </a:r>
            <a:endParaRPr sz="2175" b="1" i="0">
              <a:solidFill>
                <a:srgbClr val="181D20"/>
              </a:solidFill>
              <a:latin typeface="Times New Roman" panose="02020603050405020304"/>
              <a:ea typeface="Times New Roman" panose="02020603050405020304"/>
              <a:cs typeface="Times New Roman" panose="02020603050405020304"/>
            </a:endParaRPr>
          </a:p>
        </p:txBody>
      </p:sp>
      <p:sp>
        <p:nvSpPr>
          <p:cNvPr id="13" name="矩形 12"/>
          <p:cNvSpPr>
            <a:spLocks noGrp="1"/>
          </p:cNvSpPr>
          <p:nvPr/>
        </p:nvSpPr>
        <p:spPr>
          <a:xfrm>
            <a:off x="8229600" y="6105525"/>
            <a:ext cx="3143250" cy="304800"/>
          </a:xfrm>
          <a:prstGeom prst="rect">
            <a:avLst/>
          </a:prstGeom>
          <a:noFill/>
          <a:ln w="0">
            <a:noFill/>
          </a:ln>
        </p:spPr>
        <p:txBody>
          <a:bodyPr wrap="square" lIns="0" tIns="0" rIns="0" bIns="0" anchor="t">
            <a:normAutofit/>
          </a:bodyPr>
          <a:lstStyle/>
          <a:p>
            <a:pPr algn="l">
              <a:lnSpc>
                <a:spcPct val="100000"/>
              </a:lnSpc>
              <a:buNone/>
              <a:defRPr sz="1650" b="0" i="0">
                <a:solidFill>
                  <a:srgbClr val="5E676B"/>
                </a:solidFill>
                <a:latin typeface="Times New Roman" panose="02020603050405020304"/>
                <a:ea typeface="Times New Roman" panose="02020603050405020304"/>
                <a:cs typeface="Times New Roman" panose="02020603050405020304"/>
              </a:defRPr>
            </a:pPr>
            <a:r>
              <a:rPr sz="1650" b="0" i="0">
                <a:solidFill>
                  <a:srgbClr val="5E676B"/>
                </a:solidFill>
                <a:latin typeface="Times New Roman" panose="02020603050405020304"/>
                <a:ea typeface="Times New Roman" panose="02020603050405020304"/>
                <a:cs typeface="Times New Roman" panose="02020603050405020304"/>
              </a:rPr>
              <a:t>Located on the lower front edge.</a:t>
            </a:r>
            <a:endParaRPr sz="1650" b="0" i="0">
              <a:solidFill>
                <a:srgbClr val="5E676B"/>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4"/>
        </a:solidFill>
        <a:effectLst/>
      </p:bgPr>
    </p:bg>
    <p:spTree>
      <p:nvGrpSpPr>
        <p:cNvPr id="1" name=""/>
        <p:cNvGrpSpPr/>
        <p:nvPr/>
      </p:nvGrpSpPr>
      <p:grpSpPr/>
      <p:sp>
        <p:nvSpPr>
          <p:cNvPr id="25" name="矩形 24"/>
          <p:cNvSpPr>
            <a:spLocks noGrp="1"/>
          </p:cNvSpPr>
          <p:nvPr/>
        </p:nvSpPr>
        <p:spPr>
          <a:xfrm>
            <a:off x="704850" y="400050"/>
            <a:ext cx="4572000" cy="228600"/>
          </a:xfrm>
          <a:prstGeom prst="rect">
            <a:avLst/>
          </a:prstGeom>
          <a:noFill/>
          <a:ln w="0">
            <a:noFill/>
          </a:ln>
        </p:spPr>
        <p:txBody>
          <a:bodyPr wrap="square" lIns="0" tIns="0" rIns="0" bIns="0" anchor="t">
            <a:normAutofit/>
          </a:bodyPr>
          <a:lstStyle/>
          <a:p>
            <a:pPr algn="l">
              <a:lnSpc>
                <a:spcPct val="100000"/>
              </a:lnSpc>
              <a:buNone/>
              <a:defRPr sz="1275" b="1" i="0">
                <a:solidFill>
                  <a:srgbClr val="147C78"/>
                </a:solidFill>
                <a:latin typeface="Times New Roman" panose="02020603050405020304"/>
                <a:ea typeface="Times New Roman" panose="02020603050405020304"/>
                <a:cs typeface="Times New Roman" panose="02020603050405020304"/>
              </a:defRPr>
            </a:pPr>
            <a:r>
              <a:rPr sz="1275" b="1" i="0">
                <a:solidFill>
                  <a:srgbClr val="147C78"/>
                </a:solidFill>
                <a:latin typeface="Times New Roman" panose="02020603050405020304"/>
                <a:ea typeface="Times New Roman" panose="02020603050405020304"/>
                <a:cs typeface="Times New Roman" panose="02020603050405020304"/>
              </a:rPr>
              <a:t>SAFETY</a:t>
            </a:r>
            <a:endParaRPr sz="1275" b="1" i="0">
              <a:solidFill>
                <a:srgbClr val="147C78"/>
              </a:solidFill>
              <a:latin typeface="Times New Roman" panose="02020603050405020304"/>
              <a:ea typeface="Times New Roman" panose="02020603050405020304"/>
              <a:cs typeface="Times New Roman" panose="02020603050405020304"/>
            </a:endParaRPr>
          </a:p>
        </p:txBody>
      </p:sp>
      <p:sp>
        <p:nvSpPr>
          <p:cNvPr id="2" name="矩形 1"/>
          <p:cNvSpPr>
            <a:spLocks noGrp="1"/>
          </p:cNvSpPr>
          <p:nvPr/>
        </p:nvSpPr>
        <p:spPr>
          <a:xfrm>
            <a:off x="704850" y="723900"/>
            <a:ext cx="10763250" cy="590550"/>
          </a:xfrm>
          <a:prstGeom prst="rect">
            <a:avLst/>
          </a:prstGeom>
          <a:noFill/>
          <a:ln w="0">
            <a:noFill/>
          </a:ln>
        </p:spPr>
        <p:txBody>
          <a:bodyPr wrap="square" lIns="0" tIns="0" rIns="0" bIns="0" anchor="t">
            <a:normAutofit/>
          </a:bodyPr>
          <a:lstStyle/>
          <a:p>
            <a:pPr algn="l">
              <a:lnSpc>
                <a:spcPct val="100000"/>
              </a:lnSpc>
              <a:buNone/>
              <a:defRPr sz="3075" b="1" i="0">
                <a:solidFill>
                  <a:srgbClr val="181D20"/>
                </a:solidFill>
                <a:latin typeface="Times New Roman" panose="02020603050405020304"/>
                <a:ea typeface="Times New Roman" panose="02020603050405020304"/>
                <a:cs typeface="Times New Roman" panose="02020603050405020304"/>
              </a:defRPr>
            </a:pPr>
            <a:r>
              <a:rPr sz="3075" b="1" i="0">
                <a:solidFill>
                  <a:srgbClr val="181D20"/>
                </a:solidFill>
                <a:latin typeface="Times New Roman" panose="02020603050405020304"/>
                <a:ea typeface="Times New Roman" panose="02020603050405020304"/>
                <a:cs typeface="Times New Roman" panose="02020603050405020304"/>
              </a:rPr>
              <a:t>Checks before startup</a:t>
            </a:r>
            <a:endParaRPr sz="3075" b="1" i="0">
              <a:solidFill>
                <a:srgbClr val="181D20"/>
              </a:solidFill>
              <a:latin typeface="Times New Roman" panose="02020603050405020304"/>
              <a:ea typeface="Times New Roman" panose="02020603050405020304"/>
              <a:cs typeface="Times New Roman" panose="02020603050405020304"/>
            </a:endParaRPr>
          </a:p>
        </p:txBody>
      </p:sp>
      <p:sp>
        <p:nvSpPr>
          <p:cNvPr id="3" name="矩形 2"/>
          <p:cNvSpPr>
            <a:spLocks noGrp="1"/>
          </p:cNvSpPr>
          <p:nvPr/>
        </p:nvSpPr>
        <p:spPr>
          <a:xfrm>
            <a:off x="704850" y="1419225"/>
            <a:ext cx="609600" cy="47625"/>
          </a:xfrm>
          <a:prstGeom prst="rect">
            <a:avLst/>
          </a:prstGeom>
          <a:solidFill>
            <a:srgbClr val="EA6B36"/>
          </a:solidFill>
          <a:ln w="0">
            <a:noFill/>
            <a:prstDash val="solid"/>
          </a:ln>
        </p:spPr>
      </p:sp>
      <p:sp>
        <p:nvSpPr>
          <p:cNvPr id="4" name="矩形 3"/>
          <p:cNvSpPr>
            <a:spLocks noGrp="1"/>
          </p:cNvSpPr>
          <p:nvPr>
            <p:custDataLst>
              <p:tags r:id="rId1"/>
            </p:custDataLst>
          </p:nvPr>
        </p:nvSpPr>
        <p:spPr>
          <a:xfrm>
            <a:off x="781050" y="1809750"/>
            <a:ext cx="552450" cy="400050"/>
          </a:xfrm>
          <a:prstGeom prst="rect">
            <a:avLst/>
          </a:prstGeom>
          <a:noFill/>
          <a:ln w="0">
            <a:noFill/>
          </a:ln>
        </p:spPr>
        <p:txBody>
          <a:bodyPr wrap="square" lIns="0" tIns="0" rIns="0" bIns="0" anchor="t">
            <a:normAutofit/>
          </a:bodyPr>
          <a:lstStyle/>
          <a:p>
            <a:pPr algn="l">
              <a:lnSpc>
                <a:spcPct val="100000"/>
              </a:lnSpc>
              <a:buNone/>
              <a:defRPr sz="1800" b="1" i="0">
                <a:solidFill>
                  <a:srgbClr val="EA6B36"/>
                </a:solidFill>
                <a:latin typeface="Times New Roman" panose="02020603050405020304"/>
                <a:ea typeface="Times New Roman" panose="02020603050405020304"/>
                <a:cs typeface="Times New Roman" panose="02020603050405020304"/>
              </a:defRPr>
            </a:pPr>
            <a:r>
              <a:rPr sz="1800" b="1" i="0">
                <a:solidFill>
                  <a:srgbClr val="EA6B36"/>
                </a:solidFill>
                <a:latin typeface="Times New Roman" panose="02020603050405020304"/>
                <a:ea typeface="Times New Roman" panose="02020603050405020304"/>
                <a:cs typeface="Times New Roman" panose="02020603050405020304"/>
              </a:rPr>
              <a:t>01</a:t>
            </a:r>
            <a:endParaRPr sz="1800" b="1" i="0">
              <a:solidFill>
                <a:srgbClr val="EA6B36"/>
              </a:solidFill>
              <a:latin typeface="Times New Roman" panose="02020603050405020304"/>
              <a:ea typeface="Times New Roman" panose="02020603050405020304"/>
              <a:cs typeface="Times New Roman" panose="02020603050405020304"/>
            </a:endParaRPr>
          </a:p>
        </p:txBody>
      </p:sp>
      <p:sp>
        <p:nvSpPr>
          <p:cNvPr id="5" name="矩形 4"/>
          <p:cNvSpPr>
            <a:spLocks noGrp="1"/>
          </p:cNvSpPr>
          <p:nvPr>
            <p:custDataLst>
              <p:tags r:id="rId2"/>
            </p:custDataLst>
          </p:nvPr>
        </p:nvSpPr>
        <p:spPr>
          <a:xfrm>
            <a:off x="1524000" y="1790700"/>
            <a:ext cx="2667000" cy="419100"/>
          </a:xfrm>
          <a:prstGeom prst="rect">
            <a:avLst/>
          </a:prstGeom>
          <a:noFill/>
          <a:ln w="0">
            <a:noFill/>
          </a:ln>
        </p:spPr>
        <p:txBody>
          <a:bodyPr wrap="square" lIns="0" tIns="0" rIns="0" bIns="0" anchor="t">
            <a:normAutofit/>
          </a:bodyPr>
          <a:lstStyle/>
          <a:p>
            <a:pPr algn="l">
              <a:lnSpc>
                <a:spcPct val="100000"/>
              </a:lnSpc>
              <a:buNone/>
              <a:defRPr sz="2025" b="1" i="0">
                <a:solidFill>
                  <a:srgbClr val="181D20"/>
                </a:solidFill>
                <a:latin typeface="Times New Roman" panose="02020603050405020304"/>
                <a:ea typeface="Times New Roman" panose="02020603050405020304"/>
                <a:cs typeface="Times New Roman" panose="02020603050405020304"/>
              </a:defRPr>
            </a:pPr>
            <a:r>
              <a:rPr sz="2025" b="1" i="0">
                <a:solidFill>
                  <a:srgbClr val="181D20"/>
                </a:solidFill>
                <a:latin typeface="Times New Roman" panose="02020603050405020304"/>
                <a:ea typeface="Times New Roman" panose="02020603050405020304"/>
                <a:cs typeface="Times New Roman" panose="02020603050405020304"/>
              </a:rPr>
              <a:t>Clear area</a:t>
            </a:r>
            <a:endParaRPr sz="2025" b="1" i="0">
              <a:solidFill>
                <a:srgbClr val="181D20"/>
              </a:solidFill>
              <a:latin typeface="Times New Roman" panose="02020603050405020304"/>
              <a:ea typeface="Times New Roman" panose="02020603050405020304"/>
              <a:cs typeface="Times New Roman" panose="02020603050405020304"/>
            </a:endParaRPr>
          </a:p>
        </p:txBody>
      </p:sp>
      <p:sp>
        <p:nvSpPr>
          <p:cNvPr id="6" name="矩形 5"/>
          <p:cNvSpPr>
            <a:spLocks noGrp="1"/>
          </p:cNvSpPr>
          <p:nvPr>
            <p:custDataLst>
              <p:tags r:id="rId3"/>
            </p:custDataLst>
          </p:nvPr>
        </p:nvSpPr>
        <p:spPr>
          <a:xfrm>
            <a:off x="4429125" y="1819275"/>
            <a:ext cx="6858000" cy="49530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Remove people, chairs, cables and other obstacles.</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7" name="直接连接符 6"/>
          <p:cNvSpPr>
            <a:spLocks noGrp="1"/>
          </p:cNvSpPr>
          <p:nvPr>
            <p:custDataLst>
              <p:tags r:id="rId4"/>
            </p:custDataLst>
          </p:nvPr>
        </p:nvSpPr>
        <p:spPr>
          <a:xfrm>
            <a:off x="1524000" y="2390775"/>
            <a:ext cx="9715500" cy="0"/>
          </a:xfrm>
          <a:prstGeom prst="line">
            <a:avLst/>
          </a:prstGeom>
          <a:noFill/>
          <a:ln w="19050">
            <a:solidFill>
              <a:srgbClr val="D1D8D5"/>
            </a:solidFill>
            <a:prstDash val="solid"/>
          </a:ln>
        </p:spPr>
      </p:sp>
      <p:sp>
        <p:nvSpPr>
          <p:cNvPr id="8" name="矩形 7"/>
          <p:cNvSpPr>
            <a:spLocks noGrp="1"/>
          </p:cNvSpPr>
          <p:nvPr>
            <p:custDataLst>
              <p:tags r:id="rId5"/>
            </p:custDataLst>
          </p:nvPr>
        </p:nvSpPr>
        <p:spPr>
          <a:xfrm>
            <a:off x="781050" y="2647950"/>
            <a:ext cx="552450" cy="400050"/>
          </a:xfrm>
          <a:prstGeom prst="rect">
            <a:avLst/>
          </a:prstGeom>
          <a:noFill/>
          <a:ln w="0">
            <a:noFill/>
          </a:ln>
        </p:spPr>
        <p:txBody>
          <a:bodyPr wrap="square" lIns="0" tIns="0" rIns="0" bIns="0" anchor="t">
            <a:normAutofit/>
          </a:bodyPr>
          <a:lstStyle/>
          <a:p>
            <a:pPr algn="l">
              <a:lnSpc>
                <a:spcPct val="100000"/>
              </a:lnSpc>
              <a:buNone/>
              <a:defRPr sz="1800" b="1" i="0">
                <a:solidFill>
                  <a:srgbClr val="EA6B36"/>
                </a:solidFill>
                <a:latin typeface="Times New Roman" panose="02020603050405020304"/>
                <a:ea typeface="Times New Roman" panose="02020603050405020304"/>
                <a:cs typeface="Times New Roman" panose="02020603050405020304"/>
              </a:defRPr>
            </a:pPr>
            <a:r>
              <a:rPr sz="1800" b="1" i="0">
                <a:solidFill>
                  <a:srgbClr val="EA6B36"/>
                </a:solidFill>
                <a:latin typeface="Times New Roman" panose="02020603050405020304"/>
                <a:ea typeface="Times New Roman" panose="02020603050405020304"/>
                <a:cs typeface="Times New Roman" panose="02020603050405020304"/>
              </a:rPr>
              <a:t>02</a:t>
            </a:r>
            <a:endParaRPr sz="1800" b="1" i="0">
              <a:solidFill>
                <a:srgbClr val="EA6B36"/>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custDataLst>
              <p:tags r:id="rId6"/>
            </p:custDataLst>
          </p:nvPr>
        </p:nvSpPr>
        <p:spPr>
          <a:xfrm>
            <a:off x="1524000" y="2628900"/>
            <a:ext cx="2667000" cy="419100"/>
          </a:xfrm>
          <a:prstGeom prst="rect">
            <a:avLst/>
          </a:prstGeom>
          <a:noFill/>
          <a:ln w="0">
            <a:noFill/>
          </a:ln>
        </p:spPr>
        <p:txBody>
          <a:bodyPr wrap="square" lIns="0" tIns="0" rIns="0" bIns="0" anchor="t">
            <a:normAutofit/>
          </a:bodyPr>
          <a:lstStyle/>
          <a:p>
            <a:pPr algn="l">
              <a:lnSpc>
                <a:spcPct val="100000"/>
              </a:lnSpc>
              <a:buNone/>
              <a:defRPr sz="2025" b="1" i="0">
                <a:solidFill>
                  <a:srgbClr val="181D20"/>
                </a:solidFill>
                <a:latin typeface="Times New Roman" panose="02020603050405020304"/>
                <a:ea typeface="Times New Roman" panose="02020603050405020304"/>
                <a:cs typeface="Times New Roman" panose="02020603050405020304"/>
              </a:defRPr>
            </a:pPr>
            <a:r>
              <a:rPr sz="2025" b="1" i="0">
                <a:solidFill>
                  <a:srgbClr val="181D20"/>
                </a:solidFill>
                <a:latin typeface="Times New Roman" panose="02020603050405020304"/>
                <a:ea typeface="Times New Roman" panose="02020603050405020304"/>
                <a:cs typeface="Times New Roman" panose="02020603050405020304"/>
              </a:rPr>
              <a:t>Level surface</a:t>
            </a:r>
            <a:endParaRPr sz="2025" b="1" i="0">
              <a:solidFill>
                <a:srgbClr val="181D20"/>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custDataLst>
              <p:tags r:id="rId7"/>
            </p:custDataLst>
          </p:nvPr>
        </p:nvSpPr>
        <p:spPr>
          <a:xfrm>
            <a:off x="4429125" y="2657475"/>
            <a:ext cx="6858000" cy="49530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Use a flat floor with enough room around the robot.</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11" name="直接连接符 10"/>
          <p:cNvSpPr>
            <a:spLocks noGrp="1"/>
          </p:cNvSpPr>
          <p:nvPr>
            <p:custDataLst>
              <p:tags r:id="rId8"/>
            </p:custDataLst>
          </p:nvPr>
        </p:nvSpPr>
        <p:spPr>
          <a:xfrm>
            <a:off x="1524000" y="3228975"/>
            <a:ext cx="9715500" cy="0"/>
          </a:xfrm>
          <a:prstGeom prst="line">
            <a:avLst/>
          </a:prstGeom>
          <a:noFill/>
          <a:ln w="19050">
            <a:solidFill>
              <a:srgbClr val="D1D8D5"/>
            </a:solidFill>
            <a:prstDash val="solid"/>
          </a:ln>
        </p:spPr>
      </p:sp>
      <p:sp>
        <p:nvSpPr>
          <p:cNvPr id="12" name="矩形 11"/>
          <p:cNvSpPr>
            <a:spLocks noGrp="1"/>
          </p:cNvSpPr>
          <p:nvPr>
            <p:custDataLst>
              <p:tags r:id="rId9"/>
            </p:custDataLst>
          </p:nvPr>
        </p:nvSpPr>
        <p:spPr>
          <a:xfrm>
            <a:off x="781050" y="3486150"/>
            <a:ext cx="552450" cy="400050"/>
          </a:xfrm>
          <a:prstGeom prst="rect">
            <a:avLst/>
          </a:prstGeom>
          <a:noFill/>
          <a:ln w="0">
            <a:noFill/>
          </a:ln>
        </p:spPr>
        <p:txBody>
          <a:bodyPr wrap="square" lIns="0" tIns="0" rIns="0" bIns="0" anchor="t">
            <a:normAutofit/>
          </a:bodyPr>
          <a:lstStyle/>
          <a:p>
            <a:pPr algn="l">
              <a:lnSpc>
                <a:spcPct val="100000"/>
              </a:lnSpc>
              <a:buNone/>
              <a:defRPr sz="1800" b="1" i="0">
                <a:solidFill>
                  <a:srgbClr val="147C78"/>
                </a:solidFill>
                <a:latin typeface="Times New Roman" panose="02020603050405020304"/>
                <a:ea typeface="Times New Roman" panose="02020603050405020304"/>
                <a:cs typeface="Times New Roman" panose="02020603050405020304"/>
              </a:defRPr>
            </a:pPr>
            <a:r>
              <a:rPr sz="1800" b="1" i="0">
                <a:solidFill>
                  <a:srgbClr val="147C78"/>
                </a:solidFill>
                <a:latin typeface="Times New Roman" panose="02020603050405020304"/>
                <a:ea typeface="Times New Roman" panose="02020603050405020304"/>
                <a:cs typeface="Times New Roman" panose="02020603050405020304"/>
              </a:rPr>
              <a:t>03</a:t>
            </a:r>
            <a:endParaRPr sz="1800" b="1" i="0">
              <a:solidFill>
                <a:srgbClr val="147C78"/>
              </a:solidFill>
              <a:latin typeface="Times New Roman" panose="02020603050405020304"/>
              <a:ea typeface="Times New Roman" panose="02020603050405020304"/>
              <a:cs typeface="Times New Roman" panose="02020603050405020304"/>
            </a:endParaRPr>
          </a:p>
        </p:txBody>
      </p:sp>
      <p:sp>
        <p:nvSpPr>
          <p:cNvPr id="13" name="矩形 12"/>
          <p:cNvSpPr>
            <a:spLocks noGrp="1"/>
          </p:cNvSpPr>
          <p:nvPr>
            <p:custDataLst>
              <p:tags r:id="rId10"/>
            </p:custDataLst>
          </p:nvPr>
        </p:nvSpPr>
        <p:spPr>
          <a:xfrm>
            <a:off x="1524000" y="3467100"/>
            <a:ext cx="2667000" cy="419100"/>
          </a:xfrm>
          <a:prstGeom prst="rect">
            <a:avLst/>
          </a:prstGeom>
          <a:noFill/>
          <a:ln w="0">
            <a:noFill/>
          </a:ln>
        </p:spPr>
        <p:txBody>
          <a:bodyPr wrap="square" lIns="0" tIns="0" rIns="0" bIns="0" anchor="t">
            <a:normAutofit/>
          </a:bodyPr>
          <a:lstStyle/>
          <a:p>
            <a:pPr algn="l">
              <a:lnSpc>
                <a:spcPct val="100000"/>
              </a:lnSpc>
              <a:buNone/>
              <a:defRPr sz="2025" b="1" i="0">
                <a:solidFill>
                  <a:srgbClr val="181D20"/>
                </a:solidFill>
                <a:latin typeface="Times New Roman" panose="02020603050405020304"/>
                <a:ea typeface="Times New Roman" panose="02020603050405020304"/>
                <a:cs typeface="Times New Roman" panose="02020603050405020304"/>
              </a:defRPr>
            </a:pPr>
            <a:r>
              <a:rPr sz="2025" b="1" i="0">
                <a:solidFill>
                  <a:srgbClr val="181D20"/>
                </a:solidFill>
                <a:latin typeface="Times New Roman" panose="02020603050405020304"/>
                <a:ea typeface="Times New Roman" panose="02020603050405020304"/>
                <a:cs typeface="Times New Roman" panose="02020603050405020304"/>
              </a:rPr>
              <a:t>Robot condition</a:t>
            </a:r>
            <a:endParaRPr sz="2025" b="1" i="0">
              <a:solidFill>
                <a:srgbClr val="181D20"/>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custDataLst>
              <p:tags r:id="rId11"/>
            </p:custDataLst>
          </p:nvPr>
        </p:nvSpPr>
        <p:spPr>
          <a:xfrm>
            <a:off x="4429125" y="3495675"/>
            <a:ext cx="6858000" cy="49530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Check the shell, joints and cables for visible damage.</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15" name="直接连接符 14"/>
          <p:cNvSpPr>
            <a:spLocks noGrp="1"/>
          </p:cNvSpPr>
          <p:nvPr>
            <p:custDataLst>
              <p:tags r:id="rId12"/>
            </p:custDataLst>
          </p:nvPr>
        </p:nvSpPr>
        <p:spPr>
          <a:xfrm>
            <a:off x="1524000" y="4067175"/>
            <a:ext cx="9715500" cy="0"/>
          </a:xfrm>
          <a:prstGeom prst="line">
            <a:avLst/>
          </a:prstGeom>
          <a:noFill/>
          <a:ln w="19050">
            <a:solidFill>
              <a:srgbClr val="D1D8D5"/>
            </a:solidFill>
            <a:prstDash val="solid"/>
          </a:ln>
        </p:spPr>
      </p:sp>
      <p:sp>
        <p:nvSpPr>
          <p:cNvPr id="16" name="矩形 15"/>
          <p:cNvSpPr>
            <a:spLocks noGrp="1"/>
          </p:cNvSpPr>
          <p:nvPr>
            <p:custDataLst>
              <p:tags r:id="rId13"/>
            </p:custDataLst>
          </p:nvPr>
        </p:nvSpPr>
        <p:spPr>
          <a:xfrm>
            <a:off x="781050" y="4324350"/>
            <a:ext cx="552450" cy="400050"/>
          </a:xfrm>
          <a:prstGeom prst="rect">
            <a:avLst/>
          </a:prstGeom>
          <a:noFill/>
          <a:ln w="0">
            <a:noFill/>
          </a:ln>
        </p:spPr>
        <p:txBody>
          <a:bodyPr wrap="square" lIns="0" tIns="0" rIns="0" bIns="0" anchor="t">
            <a:normAutofit/>
          </a:bodyPr>
          <a:lstStyle/>
          <a:p>
            <a:pPr algn="l">
              <a:lnSpc>
                <a:spcPct val="100000"/>
              </a:lnSpc>
              <a:buNone/>
              <a:defRPr sz="1800" b="1" i="0">
                <a:solidFill>
                  <a:srgbClr val="147C78"/>
                </a:solidFill>
                <a:latin typeface="Times New Roman" panose="02020603050405020304"/>
                <a:ea typeface="Times New Roman" panose="02020603050405020304"/>
                <a:cs typeface="Times New Roman" panose="02020603050405020304"/>
              </a:defRPr>
            </a:pPr>
            <a:r>
              <a:rPr sz="1800" b="1" i="0">
                <a:solidFill>
                  <a:srgbClr val="147C78"/>
                </a:solidFill>
                <a:latin typeface="Times New Roman" panose="02020603050405020304"/>
                <a:ea typeface="Times New Roman" panose="02020603050405020304"/>
                <a:cs typeface="Times New Roman" panose="02020603050405020304"/>
              </a:rPr>
              <a:t>04</a:t>
            </a:r>
            <a:endParaRPr sz="1800" b="1" i="0">
              <a:solidFill>
                <a:srgbClr val="147C78"/>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custDataLst>
              <p:tags r:id="rId14"/>
            </p:custDataLst>
          </p:nvPr>
        </p:nvSpPr>
        <p:spPr>
          <a:xfrm>
            <a:off x="1524000" y="4305300"/>
            <a:ext cx="2667000" cy="419100"/>
          </a:xfrm>
          <a:prstGeom prst="rect">
            <a:avLst/>
          </a:prstGeom>
          <a:noFill/>
          <a:ln w="0">
            <a:noFill/>
          </a:ln>
        </p:spPr>
        <p:txBody>
          <a:bodyPr wrap="square" lIns="0" tIns="0" rIns="0" bIns="0" anchor="t">
            <a:normAutofit/>
          </a:bodyPr>
          <a:lstStyle/>
          <a:p>
            <a:pPr algn="l">
              <a:lnSpc>
                <a:spcPct val="100000"/>
              </a:lnSpc>
              <a:buNone/>
              <a:defRPr sz="2025" b="1" i="0">
                <a:solidFill>
                  <a:srgbClr val="181D20"/>
                </a:solidFill>
                <a:latin typeface="Times New Roman" panose="02020603050405020304"/>
                <a:ea typeface="Times New Roman" panose="02020603050405020304"/>
                <a:cs typeface="Times New Roman" panose="02020603050405020304"/>
              </a:defRPr>
            </a:pPr>
            <a:r>
              <a:rPr sz="2025" b="1" i="0">
                <a:solidFill>
                  <a:srgbClr val="181D20"/>
                </a:solidFill>
                <a:latin typeface="Times New Roman" panose="02020603050405020304"/>
                <a:ea typeface="Times New Roman" panose="02020603050405020304"/>
                <a:cs typeface="Times New Roman" panose="02020603050405020304"/>
              </a:rPr>
              <a:t>Power condition</a:t>
            </a:r>
            <a:endParaRPr sz="2025" b="1" i="0">
              <a:solidFill>
                <a:srgbClr val="181D20"/>
              </a:solidFill>
              <a:latin typeface="Times New Roman" panose="02020603050405020304"/>
              <a:ea typeface="Times New Roman" panose="02020603050405020304"/>
              <a:cs typeface="Times New Roman" panose="02020603050405020304"/>
            </a:endParaRPr>
          </a:p>
        </p:txBody>
      </p:sp>
      <p:sp>
        <p:nvSpPr>
          <p:cNvPr id="18" name="矩形 17"/>
          <p:cNvSpPr>
            <a:spLocks noGrp="1"/>
          </p:cNvSpPr>
          <p:nvPr>
            <p:custDataLst>
              <p:tags r:id="rId15"/>
            </p:custDataLst>
          </p:nvPr>
        </p:nvSpPr>
        <p:spPr>
          <a:xfrm>
            <a:off x="4429125" y="4333875"/>
            <a:ext cx="6858000" cy="49530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Confirm the battery is secure and the controller has charge.</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19" name="直接连接符 18"/>
          <p:cNvSpPr>
            <a:spLocks noGrp="1"/>
          </p:cNvSpPr>
          <p:nvPr>
            <p:custDataLst>
              <p:tags r:id="rId16"/>
            </p:custDataLst>
          </p:nvPr>
        </p:nvSpPr>
        <p:spPr>
          <a:xfrm>
            <a:off x="1524000" y="4905375"/>
            <a:ext cx="9715500" cy="0"/>
          </a:xfrm>
          <a:prstGeom prst="line">
            <a:avLst/>
          </a:prstGeom>
          <a:noFill/>
          <a:ln w="19050">
            <a:solidFill>
              <a:srgbClr val="D1D8D5"/>
            </a:solidFill>
            <a:prstDash val="solid"/>
          </a:ln>
        </p:spPr>
      </p:sp>
      <p:sp>
        <p:nvSpPr>
          <p:cNvPr id="20" name="矩形 19"/>
          <p:cNvSpPr>
            <a:spLocks noGrp="1"/>
          </p:cNvSpPr>
          <p:nvPr>
            <p:custDataLst>
              <p:tags r:id="rId17"/>
            </p:custDataLst>
          </p:nvPr>
        </p:nvSpPr>
        <p:spPr>
          <a:xfrm>
            <a:off x="781050" y="5162550"/>
            <a:ext cx="552450" cy="400050"/>
          </a:xfrm>
          <a:prstGeom prst="rect">
            <a:avLst/>
          </a:prstGeom>
          <a:noFill/>
          <a:ln w="0">
            <a:noFill/>
          </a:ln>
        </p:spPr>
        <p:txBody>
          <a:bodyPr wrap="square" lIns="0" tIns="0" rIns="0" bIns="0" anchor="t">
            <a:normAutofit/>
          </a:bodyPr>
          <a:lstStyle/>
          <a:p>
            <a:pPr algn="l">
              <a:lnSpc>
                <a:spcPct val="100000"/>
              </a:lnSpc>
              <a:buNone/>
              <a:defRPr sz="1800" b="1" i="0">
                <a:solidFill>
                  <a:srgbClr val="147C78"/>
                </a:solidFill>
                <a:latin typeface="Times New Roman" panose="02020603050405020304"/>
                <a:ea typeface="Times New Roman" panose="02020603050405020304"/>
                <a:cs typeface="Times New Roman" panose="02020603050405020304"/>
              </a:defRPr>
            </a:pPr>
            <a:r>
              <a:rPr sz="1800" b="1" i="0">
                <a:solidFill>
                  <a:srgbClr val="147C78"/>
                </a:solidFill>
                <a:latin typeface="Times New Roman" panose="02020603050405020304"/>
                <a:ea typeface="Times New Roman" panose="02020603050405020304"/>
                <a:cs typeface="Times New Roman" panose="02020603050405020304"/>
              </a:rPr>
              <a:t>05</a:t>
            </a:r>
            <a:endParaRPr sz="1800" b="1" i="0">
              <a:solidFill>
                <a:srgbClr val="147C78"/>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custDataLst>
              <p:tags r:id="rId18"/>
            </p:custDataLst>
          </p:nvPr>
        </p:nvSpPr>
        <p:spPr>
          <a:xfrm>
            <a:off x="1524000" y="5143500"/>
            <a:ext cx="2667000" cy="419100"/>
          </a:xfrm>
          <a:prstGeom prst="rect">
            <a:avLst/>
          </a:prstGeom>
          <a:noFill/>
          <a:ln w="0">
            <a:noFill/>
          </a:ln>
        </p:spPr>
        <p:txBody>
          <a:bodyPr wrap="square" lIns="0" tIns="0" rIns="0" bIns="0" anchor="t">
            <a:normAutofit/>
          </a:bodyPr>
          <a:lstStyle/>
          <a:p>
            <a:pPr algn="l">
              <a:lnSpc>
                <a:spcPct val="100000"/>
              </a:lnSpc>
              <a:buNone/>
              <a:defRPr sz="2025" b="1" i="0">
                <a:solidFill>
                  <a:srgbClr val="181D20"/>
                </a:solidFill>
                <a:latin typeface="Times New Roman" panose="02020603050405020304"/>
                <a:ea typeface="Times New Roman" panose="02020603050405020304"/>
                <a:cs typeface="Times New Roman" panose="02020603050405020304"/>
              </a:defRPr>
            </a:pPr>
            <a:r>
              <a:rPr sz="2025" b="1" i="0">
                <a:solidFill>
                  <a:srgbClr val="181D20"/>
                </a:solidFill>
                <a:latin typeface="Times New Roman" panose="02020603050405020304"/>
                <a:ea typeface="Times New Roman" panose="02020603050405020304"/>
                <a:cs typeface="Times New Roman" panose="02020603050405020304"/>
              </a:rPr>
              <a:t>Operator position</a:t>
            </a:r>
            <a:endParaRPr sz="2025" b="1" i="0">
              <a:solidFill>
                <a:srgbClr val="181D20"/>
              </a:solidFill>
              <a:latin typeface="Times New Roman" panose="02020603050405020304"/>
              <a:ea typeface="Times New Roman" panose="02020603050405020304"/>
              <a:cs typeface="Times New Roman" panose="02020603050405020304"/>
            </a:endParaRPr>
          </a:p>
        </p:txBody>
      </p:sp>
      <p:sp>
        <p:nvSpPr>
          <p:cNvPr id="22" name="矩形 21"/>
          <p:cNvSpPr>
            <a:spLocks noGrp="1"/>
          </p:cNvSpPr>
          <p:nvPr>
            <p:custDataLst>
              <p:tags r:id="rId19"/>
            </p:custDataLst>
          </p:nvPr>
        </p:nvSpPr>
        <p:spPr>
          <a:xfrm>
            <a:off x="4429125" y="5172075"/>
            <a:ext cx="6858000" cy="49530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Keep hands clear of joints when power is applied.</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23" name="矩形 22"/>
          <p:cNvSpPr>
            <a:spLocks noGrp="1"/>
          </p:cNvSpPr>
          <p:nvPr/>
        </p:nvSpPr>
        <p:spPr>
          <a:xfrm>
            <a:off x="1524000" y="6048375"/>
            <a:ext cx="76200" cy="342900"/>
          </a:xfrm>
          <a:prstGeom prst="rect">
            <a:avLst/>
          </a:prstGeom>
          <a:solidFill>
            <a:srgbClr val="B64136"/>
          </a:solidFill>
          <a:ln w="0">
            <a:noFill/>
            <a:prstDash val="solid"/>
          </a:ln>
        </p:spPr>
      </p:sp>
      <p:sp>
        <p:nvSpPr>
          <p:cNvPr id="24" name="矩形 23"/>
          <p:cNvSpPr>
            <a:spLocks noGrp="1"/>
          </p:cNvSpPr>
          <p:nvPr/>
        </p:nvSpPr>
        <p:spPr>
          <a:xfrm>
            <a:off x="1790700" y="6057900"/>
            <a:ext cx="8667750" cy="342900"/>
          </a:xfrm>
          <a:prstGeom prst="rect">
            <a:avLst/>
          </a:prstGeom>
          <a:noFill/>
          <a:ln w="0">
            <a:noFill/>
          </a:ln>
        </p:spPr>
        <p:txBody>
          <a:bodyPr wrap="square" lIns="0" tIns="0" rIns="0" bIns="0" anchor="t">
            <a:normAutofit/>
          </a:bodyPr>
          <a:lstStyle/>
          <a:p>
            <a:pPr algn="l">
              <a:lnSpc>
                <a:spcPct val="100000"/>
              </a:lnSpc>
              <a:buNone/>
              <a:defRPr sz="1725" b="1" i="0">
                <a:solidFill>
                  <a:srgbClr val="B64136"/>
                </a:solidFill>
                <a:latin typeface="Times New Roman" panose="02020603050405020304"/>
                <a:ea typeface="Times New Roman" panose="02020603050405020304"/>
                <a:cs typeface="Times New Roman" panose="02020603050405020304"/>
              </a:defRPr>
            </a:pPr>
            <a:r>
              <a:rPr sz="1725" b="1" i="0">
                <a:solidFill>
                  <a:srgbClr val="B64136"/>
                </a:solidFill>
                <a:latin typeface="Times New Roman" panose="02020603050405020304"/>
                <a:ea typeface="Times New Roman" panose="02020603050405020304"/>
                <a:cs typeface="Times New Roman" panose="02020603050405020304"/>
              </a:rPr>
              <a:t>Stop if the robot's state or posture is unclear.</a:t>
            </a:r>
            <a:endParaRPr sz="1725" b="1" i="0">
              <a:solidFill>
                <a:srgbClr val="B64136"/>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4"/>
        </a:solidFill>
        <a:effectLst/>
      </p:bgPr>
    </p:bg>
    <p:spTree>
      <p:nvGrpSpPr>
        <p:cNvPr id="1" name=""/>
        <p:cNvGrpSpPr/>
        <p:nvPr/>
      </p:nvGrpSpPr>
      <p:grpSpPr/>
      <p:sp>
        <p:nvSpPr>
          <p:cNvPr id="13" name="矩形 12"/>
          <p:cNvSpPr>
            <a:spLocks noGrp="1"/>
          </p:cNvSpPr>
          <p:nvPr/>
        </p:nvSpPr>
        <p:spPr>
          <a:xfrm>
            <a:off x="704850" y="400050"/>
            <a:ext cx="4572000" cy="228600"/>
          </a:xfrm>
          <a:prstGeom prst="rect">
            <a:avLst/>
          </a:prstGeom>
          <a:noFill/>
          <a:ln w="0">
            <a:noFill/>
          </a:ln>
        </p:spPr>
        <p:txBody>
          <a:bodyPr wrap="square" lIns="0" tIns="0" rIns="0" bIns="0" anchor="t">
            <a:normAutofit/>
          </a:bodyPr>
          <a:lstStyle/>
          <a:p>
            <a:pPr algn="l">
              <a:lnSpc>
                <a:spcPct val="100000"/>
              </a:lnSpc>
              <a:buNone/>
              <a:defRPr sz="1275" b="1" i="0">
                <a:solidFill>
                  <a:srgbClr val="147C78"/>
                </a:solidFill>
                <a:latin typeface="Times New Roman" panose="02020603050405020304"/>
                <a:ea typeface="Times New Roman" panose="02020603050405020304"/>
                <a:cs typeface="Times New Roman" panose="02020603050405020304"/>
              </a:defRPr>
            </a:pPr>
            <a:r>
              <a:rPr sz="1275" b="1" i="0">
                <a:solidFill>
                  <a:srgbClr val="147C78"/>
                </a:solidFill>
                <a:latin typeface="Times New Roman" panose="02020603050405020304"/>
                <a:ea typeface="Times New Roman" panose="02020603050405020304"/>
                <a:cs typeface="Times New Roman" panose="02020603050405020304"/>
              </a:rPr>
              <a:t>ROBOT PLACEMENT</a:t>
            </a:r>
            <a:endParaRPr sz="1275" b="1" i="0">
              <a:solidFill>
                <a:srgbClr val="147C78"/>
              </a:solidFill>
              <a:latin typeface="Times New Roman" panose="02020603050405020304"/>
              <a:ea typeface="Times New Roman" panose="02020603050405020304"/>
              <a:cs typeface="Times New Roman" panose="02020603050405020304"/>
            </a:endParaRPr>
          </a:p>
        </p:txBody>
      </p:sp>
      <p:sp>
        <p:nvSpPr>
          <p:cNvPr id="2" name="矩形 1"/>
          <p:cNvSpPr>
            <a:spLocks noGrp="1"/>
          </p:cNvSpPr>
          <p:nvPr/>
        </p:nvSpPr>
        <p:spPr>
          <a:xfrm>
            <a:off x="704850" y="723900"/>
            <a:ext cx="10763250" cy="590550"/>
          </a:xfrm>
          <a:prstGeom prst="rect">
            <a:avLst/>
          </a:prstGeom>
          <a:noFill/>
          <a:ln w="0">
            <a:noFill/>
          </a:ln>
        </p:spPr>
        <p:txBody>
          <a:bodyPr wrap="square" lIns="0" tIns="0" rIns="0" bIns="0" anchor="t">
            <a:normAutofit/>
          </a:bodyPr>
          <a:lstStyle/>
          <a:p>
            <a:pPr algn="l">
              <a:lnSpc>
                <a:spcPct val="100000"/>
              </a:lnSpc>
              <a:buNone/>
              <a:defRPr sz="3075" b="1" i="0">
                <a:solidFill>
                  <a:srgbClr val="181D20"/>
                </a:solidFill>
                <a:latin typeface="Times New Roman" panose="02020603050405020304"/>
                <a:ea typeface="Times New Roman" panose="02020603050405020304"/>
                <a:cs typeface="Times New Roman" panose="02020603050405020304"/>
              </a:defRPr>
            </a:pPr>
            <a:r>
              <a:rPr sz="3075" b="1" i="0">
                <a:solidFill>
                  <a:srgbClr val="181D20"/>
                </a:solidFill>
                <a:latin typeface="Times New Roman" panose="02020603050405020304"/>
                <a:ea typeface="Times New Roman" panose="02020603050405020304"/>
                <a:cs typeface="Times New Roman" panose="02020603050405020304"/>
              </a:rPr>
              <a:t>Face-up starting position</a:t>
            </a:r>
            <a:endParaRPr sz="3075" b="1" i="0">
              <a:solidFill>
                <a:srgbClr val="181D20"/>
              </a:solidFill>
              <a:latin typeface="Times New Roman" panose="02020603050405020304"/>
              <a:ea typeface="Times New Roman" panose="02020603050405020304"/>
              <a:cs typeface="Times New Roman" panose="02020603050405020304"/>
            </a:endParaRPr>
          </a:p>
        </p:txBody>
      </p:sp>
      <p:sp>
        <p:nvSpPr>
          <p:cNvPr id="3" name="矩形 2"/>
          <p:cNvSpPr>
            <a:spLocks noGrp="1"/>
          </p:cNvSpPr>
          <p:nvPr/>
        </p:nvSpPr>
        <p:spPr>
          <a:xfrm>
            <a:off x="704850" y="1419225"/>
            <a:ext cx="609600" cy="47625"/>
          </a:xfrm>
          <a:prstGeom prst="rect">
            <a:avLst/>
          </a:prstGeom>
          <a:solidFill>
            <a:srgbClr val="EA6B36"/>
          </a:solidFill>
          <a:ln w="0">
            <a:noFill/>
            <a:prstDash val="solid"/>
          </a:ln>
        </p:spPr>
      </p:sp>
      <p:sp>
        <p:nvSpPr>
          <p:cNvPr id="5" name="矩形 4"/>
          <p:cNvSpPr>
            <a:spLocks noGrp="1"/>
          </p:cNvSpPr>
          <p:nvPr/>
        </p:nvSpPr>
        <p:spPr>
          <a:xfrm>
            <a:off x="8172450" y="1885950"/>
            <a:ext cx="3048000" cy="400050"/>
          </a:xfrm>
          <a:prstGeom prst="rect">
            <a:avLst/>
          </a:prstGeom>
          <a:noFill/>
          <a:ln w="0">
            <a:noFill/>
          </a:ln>
        </p:spPr>
        <p:txBody>
          <a:bodyPr wrap="square" lIns="0" tIns="0" rIns="0" bIns="0" anchor="t">
            <a:normAutofit/>
          </a:bodyPr>
          <a:lstStyle/>
          <a:p>
            <a:pPr algn="l">
              <a:lnSpc>
                <a:spcPct val="100000"/>
              </a:lnSpc>
              <a:buNone/>
              <a:defRPr sz="2325" b="1" i="0">
                <a:solidFill>
                  <a:srgbClr val="EA6B36"/>
                </a:solidFill>
                <a:latin typeface="Times New Roman" panose="02020603050405020304"/>
                <a:ea typeface="Times New Roman" panose="02020603050405020304"/>
                <a:cs typeface="Times New Roman" panose="02020603050405020304"/>
              </a:defRPr>
            </a:pPr>
            <a:r>
              <a:rPr sz="2325" b="1" i="0">
                <a:solidFill>
                  <a:srgbClr val="EA6B36"/>
                </a:solidFill>
                <a:latin typeface="Times New Roman" panose="02020603050405020304"/>
                <a:ea typeface="Times New Roman" panose="02020603050405020304"/>
                <a:cs typeface="Times New Roman" panose="02020603050405020304"/>
              </a:rPr>
              <a:t>Face up</a:t>
            </a:r>
            <a:endParaRPr sz="2325" b="1" i="0">
              <a:solidFill>
                <a:srgbClr val="EA6B36"/>
              </a:solidFill>
              <a:latin typeface="Times New Roman" panose="02020603050405020304"/>
              <a:ea typeface="Times New Roman" panose="02020603050405020304"/>
              <a:cs typeface="Times New Roman" panose="02020603050405020304"/>
            </a:endParaRPr>
          </a:p>
        </p:txBody>
      </p:sp>
      <p:sp>
        <p:nvSpPr>
          <p:cNvPr id="6" name="矩形 5"/>
          <p:cNvSpPr>
            <a:spLocks noGrp="1"/>
          </p:cNvSpPr>
          <p:nvPr/>
        </p:nvSpPr>
        <p:spPr>
          <a:xfrm>
            <a:off x="8172450" y="2371725"/>
            <a:ext cx="3143250" cy="66675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Place the back and head support on the floor.</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7" name="直接连接符 6"/>
          <p:cNvSpPr>
            <a:spLocks noGrp="1"/>
          </p:cNvSpPr>
          <p:nvPr/>
        </p:nvSpPr>
        <p:spPr>
          <a:xfrm>
            <a:off x="8172450" y="3238500"/>
            <a:ext cx="3067050" cy="0"/>
          </a:xfrm>
          <a:prstGeom prst="line">
            <a:avLst/>
          </a:prstGeom>
          <a:noFill/>
          <a:ln w="19050">
            <a:solidFill>
              <a:srgbClr val="D1D8D5"/>
            </a:solidFill>
            <a:prstDash val="solid"/>
          </a:ln>
        </p:spPr>
      </p:sp>
      <p:sp>
        <p:nvSpPr>
          <p:cNvPr id="8" name="矩形 7"/>
          <p:cNvSpPr>
            <a:spLocks noGrp="1"/>
          </p:cNvSpPr>
          <p:nvPr/>
        </p:nvSpPr>
        <p:spPr>
          <a:xfrm>
            <a:off x="8172450" y="3505200"/>
            <a:ext cx="3048000" cy="400050"/>
          </a:xfrm>
          <a:prstGeom prst="rect">
            <a:avLst/>
          </a:prstGeom>
          <a:noFill/>
          <a:ln w="0">
            <a:noFill/>
          </a:ln>
        </p:spPr>
        <p:txBody>
          <a:bodyPr wrap="square" lIns="0" tIns="0" rIns="0" bIns="0" anchor="t">
            <a:normAutofit/>
          </a:bodyPr>
          <a:lstStyle/>
          <a:p>
            <a:pPr algn="l">
              <a:lnSpc>
                <a:spcPct val="100000"/>
              </a:lnSpc>
              <a:buNone/>
              <a:defRPr sz="2325" b="1" i="0">
                <a:solidFill>
                  <a:srgbClr val="147C78"/>
                </a:solidFill>
                <a:latin typeface="Times New Roman" panose="02020603050405020304"/>
                <a:ea typeface="Times New Roman" panose="02020603050405020304"/>
                <a:cs typeface="Times New Roman" panose="02020603050405020304"/>
              </a:defRPr>
            </a:pPr>
            <a:r>
              <a:rPr sz="2325" b="1" i="0">
                <a:solidFill>
                  <a:srgbClr val="147C78"/>
                </a:solidFill>
                <a:latin typeface="Times New Roman" panose="02020603050405020304"/>
                <a:ea typeface="Times New Roman" panose="02020603050405020304"/>
                <a:cs typeface="Times New Roman" panose="02020603050405020304"/>
              </a:rPr>
              <a:t>Arms clear</a:t>
            </a:r>
            <a:endParaRPr sz="2325" b="1" i="0">
              <a:solidFill>
                <a:srgbClr val="147C78"/>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8172450" y="3990975"/>
            <a:ext cx="3143250" cy="66675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Keep both arms away from the torso and joints.</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10" name="直接连接符 9"/>
          <p:cNvSpPr>
            <a:spLocks noGrp="1"/>
          </p:cNvSpPr>
          <p:nvPr/>
        </p:nvSpPr>
        <p:spPr>
          <a:xfrm>
            <a:off x="8172450" y="4857750"/>
            <a:ext cx="3067050" cy="0"/>
          </a:xfrm>
          <a:prstGeom prst="line">
            <a:avLst/>
          </a:prstGeom>
          <a:noFill/>
          <a:ln w="19050">
            <a:solidFill>
              <a:srgbClr val="D1D8D5"/>
            </a:solidFill>
            <a:prstDash val="solid"/>
          </a:ln>
        </p:spPr>
      </p:sp>
      <p:sp>
        <p:nvSpPr>
          <p:cNvPr id="11" name="矩形 10"/>
          <p:cNvSpPr>
            <a:spLocks noGrp="1"/>
          </p:cNvSpPr>
          <p:nvPr/>
        </p:nvSpPr>
        <p:spPr>
          <a:xfrm>
            <a:off x="8172450" y="5124450"/>
            <a:ext cx="3048000" cy="400050"/>
          </a:xfrm>
          <a:prstGeom prst="rect">
            <a:avLst/>
          </a:prstGeom>
          <a:noFill/>
          <a:ln w="0">
            <a:noFill/>
          </a:ln>
        </p:spPr>
        <p:txBody>
          <a:bodyPr wrap="square" lIns="0" tIns="0" rIns="0" bIns="0" anchor="t">
            <a:normAutofit/>
          </a:bodyPr>
          <a:lstStyle/>
          <a:p>
            <a:pPr algn="l">
              <a:lnSpc>
                <a:spcPct val="100000"/>
              </a:lnSpc>
              <a:buNone/>
              <a:defRPr sz="2325" b="1" i="0">
                <a:solidFill>
                  <a:srgbClr val="181D20"/>
                </a:solidFill>
                <a:latin typeface="Times New Roman" panose="02020603050405020304"/>
                <a:ea typeface="Times New Roman" panose="02020603050405020304"/>
                <a:cs typeface="Times New Roman" panose="02020603050405020304"/>
              </a:defRPr>
            </a:pPr>
            <a:r>
              <a:rPr sz="2325" b="1" i="0">
                <a:solidFill>
                  <a:srgbClr val="181D20"/>
                </a:solidFill>
                <a:latin typeface="Times New Roman" panose="02020603050405020304"/>
                <a:ea typeface="Times New Roman" panose="02020603050405020304"/>
                <a:cs typeface="Times New Roman" panose="02020603050405020304"/>
              </a:rPr>
              <a:t>Legs aligned</a:t>
            </a:r>
            <a:endParaRPr sz="2325" b="1" i="0">
              <a:solidFill>
                <a:srgbClr val="181D20"/>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8172450" y="5610225"/>
            <a:ext cx="3143250" cy="62865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Extend the legs without crossing the feet.</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4" name="文本框 3"/>
          <p:cNvSpPr txBox="1"/>
          <p:nvPr/>
        </p:nvSpPr>
        <p:spPr>
          <a:xfrm>
            <a:off x="1191260" y="2513330"/>
            <a:ext cx="4064000" cy="3010535"/>
          </a:xfrm>
          <a:prstGeom prst="rect">
            <a:avLst/>
          </a:prstGeom>
          <a:noFill/>
        </p:spPr>
        <p:txBody>
          <a:bodyPr wrap="square" rtlCol="0">
            <a:noAutofit/>
          </a:bodyPr>
          <a:p>
            <a:endParaRPr lang="zh-CN" altLang="en-US"/>
          </a:p>
        </p:txBody>
      </p:sp>
      <p:pic>
        <p:nvPicPr>
          <p:cNvPr id="14" name="图片 13" descr="G1"/>
          <p:cNvPicPr>
            <a:picLocks noChangeAspect="1"/>
          </p:cNvPicPr>
          <p:nvPr/>
        </p:nvPicPr>
        <p:blipFill>
          <a:blip r:embed="rId1"/>
          <a:srcRect/>
          <a:stretch>
            <a:fillRect/>
          </a:stretch>
        </p:blipFill>
        <p:spPr>
          <a:xfrm rot="5400000">
            <a:off x="1753870" y="797560"/>
            <a:ext cx="4312285" cy="64077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4"/>
        </a:solidFill>
        <a:effectLst/>
      </p:bgPr>
    </p:bg>
    <p:spTree>
      <p:nvGrpSpPr>
        <p:cNvPr id="1" name=""/>
        <p:cNvGrpSpPr/>
        <p:nvPr/>
      </p:nvGrpSpPr>
      <p:grpSpPr/>
      <p:sp>
        <p:nvSpPr>
          <p:cNvPr id="16" name="矩形 15"/>
          <p:cNvSpPr>
            <a:spLocks noGrp="1"/>
          </p:cNvSpPr>
          <p:nvPr/>
        </p:nvSpPr>
        <p:spPr>
          <a:xfrm>
            <a:off x="704850" y="400050"/>
            <a:ext cx="4572000" cy="228600"/>
          </a:xfrm>
          <a:prstGeom prst="rect">
            <a:avLst/>
          </a:prstGeom>
          <a:noFill/>
          <a:ln w="0">
            <a:noFill/>
          </a:ln>
        </p:spPr>
        <p:txBody>
          <a:bodyPr wrap="square" lIns="0" tIns="0" rIns="0" bIns="0" anchor="t">
            <a:normAutofit/>
          </a:bodyPr>
          <a:lstStyle/>
          <a:p>
            <a:pPr algn="l">
              <a:lnSpc>
                <a:spcPct val="100000"/>
              </a:lnSpc>
              <a:buNone/>
              <a:defRPr sz="1275" b="1" i="0">
                <a:solidFill>
                  <a:srgbClr val="147C78"/>
                </a:solidFill>
                <a:latin typeface="Times New Roman" panose="02020603050405020304"/>
                <a:ea typeface="Times New Roman" panose="02020603050405020304"/>
                <a:cs typeface="Times New Roman" panose="02020603050405020304"/>
              </a:defRPr>
            </a:pPr>
            <a:r>
              <a:rPr sz="1275" b="1" i="0">
                <a:solidFill>
                  <a:srgbClr val="147C78"/>
                </a:solidFill>
                <a:latin typeface="Times New Roman" panose="02020603050405020304"/>
                <a:ea typeface="Times New Roman" panose="02020603050405020304"/>
                <a:cs typeface="Times New Roman" panose="02020603050405020304"/>
              </a:rPr>
              <a:t>STARTUP SEQUENCE</a:t>
            </a:r>
            <a:endParaRPr sz="1275" b="1" i="0">
              <a:solidFill>
                <a:srgbClr val="147C78"/>
              </a:solidFill>
              <a:latin typeface="Times New Roman" panose="02020603050405020304"/>
              <a:ea typeface="Times New Roman" panose="02020603050405020304"/>
              <a:cs typeface="Times New Roman" panose="02020603050405020304"/>
            </a:endParaRPr>
          </a:p>
        </p:txBody>
      </p:sp>
      <p:sp>
        <p:nvSpPr>
          <p:cNvPr id="2" name="矩形 1"/>
          <p:cNvSpPr>
            <a:spLocks noGrp="1"/>
          </p:cNvSpPr>
          <p:nvPr/>
        </p:nvSpPr>
        <p:spPr>
          <a:xfrm>
            <a:off x="704850" y="723900"/>
            <a:ext cx="10763250" cy="590550"/>
          </a:xfrm>
          <a:prstGeom prst="rect">
            <a:avLst/>
          </a:prstGeom>
          <a:noFill/>
          <a:ln w="0">
            <a:noFill/>
          </a:ln>
        </p:spPr>
        <p:txBody>
          <a:bodyPr wrap="square" lIns="0" tIns="0" rIns="0" bIns="0" anchor="t">
            <a:normAutofit/>
          </a:bodyPr>
          <a:lstStyle/>
          <a:p>
            <a:pPr algn="l">
              <a:lnSpc>
                <a:spcPct val="100000"/>
              </a:lnSpc>
              <a:buNone/>
              <a:defRPr sz="3075" b="1" i="0">
                <a:solidFill>
                  <a:srgbClr val="181D20"/>
                </a:solidFill>
                <a:latin typeface="Times New Roman" panose="02020603050405020304"/>
                <a:ea typeface="Times New Roman" panose="02020603050405020304"/>
                <a:cs typeface="Times New Roman" panose="02020603050405020304"/>
              </a:defRPr>
            </a:pPr>
            <a:r>
              <a:rPr sz="3075" b="1" i="0">
                <a:solidFill>
                  <a:srgbClr val="181D20"/>
                </a:solidFill>
                <a:latin typeface="Times New Roman" panose="02020603050405020304"/>
                <a:ea typeface="Times New Roman" panose="02020603050405020304"/>
                <a:cs typeface="Times New Roman" panose="02020603050405020304"/>
              </a:rPr>
              <a:t>Robot power-on</a:t>
            </a:r>
            <a:endParaRPr sz="3075" b="1" i="0">
              <a:solidFill>
                <a:srgbClr val="181D20"/>
              </a:solidFill>
              <a:latin typeface="Times New Roman" panose="02020603050405020304"/>
              <a:ea typeface="Times New Roman" panose="02020603050405020304"/>
              <a:cs typeface="Times New Roman" panose="02020603050405020304"/>
            </a:endParaRPr>
          </a:p>
        </p:txBody>
      </p:sp>
      <p:sp>
        <p:nvSpPr>
          <p:cNvPr id="3" name="矩形 2"/>
          <p:cNvSpPr>
            <a:spLocks noGrp="1"/>
          </p:cNvSpPr>
          <p:nvPr/>
        </p:nvSpPr>
        <p:spPr>
          <a:xfrm>
            <a:off x="704850" y="1419225"/>
            <a:ext cx="609600" cy="47625"/>
          </a:xfrm>
          <a:prstGeom prst="rect">
            <a:avLst/>
          </a:prstGeom>
          <a:solidFill>
            <a:srgbClr val="EA6B36"/>
          </a:solidFill>
          <a:ln w="0">
            <a:noFill/>
            <a:prstDash val="solid"/>
          </a:ln>
        </p:spPr>
      </p:sp>
      <p:pic>
        <p:nvPicPr>
          <p:cNvPr id="19" name="图片 18"/>
          <p:cNvPicPr>
            <a:picLocks noChangeAspect="1"/>
          </p:cNvPicPr>
          <p:nvPr/>
        </p:nvPicPr>
        <p:blipFill>
          <a:blip r:embed="rId1"/>
          <a:stretch>
            <a:fillRect/>
          </a:stretch>
        </p:blipFill>
        <p:spPr>
          <a:xfrm>
            <a:off x="7429500" y="2862922"/>
            <a:ext cx="4095750" cy="1817957"/>
          </a:xfrm>
          <a:prstGeom prst="rect">
            <a:avLst/>
          </a:prstGeom>
        </p:spPr>
      </p:pic>
      <p:sp>
        <p:nvSpPr>
          <p:cNvPr id="5" name="矩形 4"/>
          <p:cNvSpPr>
            <a:spLocks noGrp="1"/>
          </p:cNvSpPr>
          <p:nvPr/>
        </p:nvSpPr>
        <p:spPr>
          <a:xfrm>
            <a:off x="7429500" y="5829300"/>
            <a:ext cx="4095750" cy="266700"/>
          </a:xfrm>
          <a:prstGeom prst="rect">
            <a:avLst/>
          </a:prstGeom>
          <a:noFill/>
          <a:ln w="0">
            <a:noFill/>
          </a:ln>
        </p:spPr>
        <p:txBody>
          <a:bodyPr wrap="square" lIns="0" tIns="0" rIns="0" bIns="0" anchor="t">
            <a:normAutofit/>
          </a:bodyPr>
          <a:lstStyle/>
          <a:p>
            <a:pPr algn="ctr">
              <a:lnSpc>
                <a:spcPct val="100000"/>
              </a:lnSpc>
              <a:buNone/>
              <a:defRPr sz="1350" b="1" i="0">
                <a:solidFill>
                  <a:srgbClr val="147C78"/>
                </a:solidFill>
                <a:latin typeface="Times New Roman" panose="02020603050405020304"/>
                <a:ea typeface="Times New Roman" panose="02020603050405020304"/>
                <a:cs typeface="Times New Roman" panose="02020603050405020304"/>
              </a:defRPr>
            </a:pPr>
            <a:r>
              <a:rPr sz="1350" b="1" i="0">
                <a:solidFill>
                  <a:srgbClr val="147C78"/>
                </a:solidFill>
                <a:latin typeface="Times New Roman" panose="02020603050405020304"/>
                <a:ea typeface="Times New Roman" panose="02020603050405020304"/>
                <a:cs typeface="Times New Roman" panose="02020603050405020304"/>
              </a:rPr>
              <a:t>BATTERY AREA ON THE REAR TORSO</a:t>
            </a:r>
            <a:endParaRPr sz="1350" b="1" i="0">
              <a:solidFill>
                <a:srgbClr val="147C78"/>
              </a:solidFill>
              <a:latin typeface="Times New Roman" panose="02020603050405020304"/>
              <a:ea typeface="Times New Roman" panose="02020603050405020304"/>
              <a:cs typeface="Times New Roman" panose="02020603050405020304"/>
            </a:endParaRPr>
          </a:p>
        </p:txBody>
      </p:sp>
      <p:sp>
        <p:nvSpPr>
          <p:cNvPr id="6" name="矩形 5"/>
          <p:cNvSpPr>
            <a:spLocks noGrp="1"/>
          </p:cNvSpPr>
          <p:nvPr/>
        </p:nvSpPr>
        <p:spPr>
          <a:xfrm>
            <a:off x="781050" y="1924050"/>
            <a:ext cx="666750" cy="476250"/>
          </a:xfrm>
          <a:prstGeom prst="rect">
            <a:avLst/>
          </a:prstGeom>
          <a:noFill/>
          <a:ln w="0">
            <a:noFill/>
          </a:ln>
        </p:spPr>
        <p:txBody>
          <a:bodyPr wrap="square" lIns="0" tIns="0" rIns="0" bIns="0" anchor="t">
            <a:normAutofit/>
          </a:bodyPr>
          <a:lstStyle/>
          <a:p>
            <a:pPr algn="l">
              <a:lnSpc>
                <a:spcPct val="100000"/>
              </a:lnSpc>
              <a:buNone/>
              <a:defRPr sz="2100" b="1" i="0">
                <a:solidFill>
                  <a:srgbClr val="EA6B36"/>
                </a:solidFill>
                <a:latin typeface="Times New Roman" panose="02020603050405020304"/>
                <a:ea typeface="Times New Roman" panose="02020603050405020304"/>
                <a:cs typeface="Times New Roman" panose="02020603050405020304"/>
              </a:defRPr>
            </a:pPr>
            <a:r>
              <a:rPr sz="2100" b="1" i="0">
                <a:solidFill>
                  <a:srgbClr val="EA6B36"/>
                </a:solidFill>
                <a:latin typeface="Times New Roman" panose="02020603050405020304"/>
                <a:ea typeface="Times New Roman" panose="02020603050405020304"/>
                <a:cs typeface="Times New Roman" panose="02020603050405020304"/>
              </a:rPr>
              <a:t>01</a:t>
            </a:r>
            <a:endParaRPr sz="2100" b="1" i="0">
              <a:solidFill>
                <a:srgbClr val="EA6B36"/>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1571625" y="1895475"/>
            <a:ext cx="2952750" cy="438150"/>
          </a:xfrm>
          <a:prstGeom prst="rect">
            <a:avLst/>
          </a:prstGeom>
          <a:noFill/>
          <a:ln w="0">
            <a:noFill/>
          </a:ln>
        </p:spPr>
        <p:txBody>
          <a:bodyPr wrap="square" lIns="0" tIns="0" rIns="0" bIns="0" anchor="t">
            <a:normAutofit/>
          </a:bodyPr>
          <a:lstStyle/>
          <a:p>
            <a:pPr algn="l">
              <a:lnSpc>
                <a:spcPct val="100000"/>
              </a:lnSpc>
              <a:buNone/>
              <a:defRPr sz="2100" b="1" i="0">
                <a:solidFill>
                  <a:srgbClr val="181D20"/>
                </a:solidFill>
                <a:latin typeface="Times New Roman" panose="02020603050405020304"/>
                <a:ea typeface="Times New Roman" panose="02020603050405020304"/>
                <a:cs typeface="Times New Roman" panose="02020603050405020304"/>
              </a:defRPr>
            </a:pPr>
            <a:r>
              <a:rPr sz="2100" b="1" i="0">
                <a:solidFill>
                  <a:srgbClr val="181D20"/>
                </a:solidFill>
                <a:latin typeface="Times New Roman" panose="02020603050405020304"/>
                <a:ea typeface="Times New Roman" panose="02020603050405020304"/>
                <a:cs typeface="Times New Roman" panose="02020603050405020304"/>
              </a:rPr>
              <a:t>Battery seated</a:t>
            </a:r>
            <a:endParaRPr sz="2100" b="1" i="0">
              <a:solidFill>
                <a:srgbClr val="181D20"/>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4524375" y="1933575"/>
            <a:ext cx="2714625" cy="62865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Insert in the correct direction until the latch clicks.</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781050" y="3095625"/>
            <a:ext cx="666750" cy="476250"/>
          </a:xfrm>
          <a:prstGeom prst="rect">
            <a:avLst/>
          </a:prstGeom>
          <a:noFill/>
          <a:ln w="0">
            <a:noFill/>
          </a:ln>
        </p:spPr>
        <p:txBody>
          <a:bodyPr wrap="square" lIns="0" tIns="0" rIns="0" bIns="0" anchor="t">
            <a:normAutofit/>
          </a:bodyPr>
          <a:lstStyle/>
          <a:p>
            <a:pPr algn="l">
              <a:lnSpc>
                <a:spcPct val="100000"/>
              </a:lnSpc>
              <a:buNone/>
              <a:defRPr sz="2100" b="1" i="0">
                <a:solidFill>
                  <a:srgbClr val="147C78"/>
                </a:solidFill>
                <a:latin typeface="Times New Roman" panose="02020603050405020304"/>
                <a:ea typeface="Times New Roman" panose="02020603050405020304"/>
                <a:cs typeface="Times New Roman" panose="02020603050405020304"/>
              </a:defRPr>
            </a:pPr>
            <a:r>
              <a:rPr sz="2100" b="1" i="0">
                <a:solidFill>
                  <a:srgbClr val="147C78"/>
                </a:solidFill>
                <a:latin typeface="Times New Roman" panose="02020603050405020304"/>
                <a:ea typeface="Times New Roman" panose="02020603050405020304"/>
                <a:cs typeface="Times New Roman" panose="02020603050405020304"/>
              </a:rPr>
              <a:t>02</a:t>
            </a:r>
            <a:endParaRPr sz="2100" b="1" i="0">
              <a:solidFill>
                <a:srgbClr val="147C7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571625" y="3067050"/>
            <a:ext cx="2952750" cy="438150"/>
          </a:xfrm>
          <a:prstGeom prst="rect">
            <a:avLst/>
          </a:prstGeom>
          <a:noFill/>
          <a:ln w="0">
            <a:noFill/>
          </a:ln>
        </p:spPr>
        <p:txBody>
          <a:bodyPr wrap="square" lIns="0" tIns="0" rIns="0" bIns="0" anchor="t">
            <a:normAutofit/>
          </a:bodyPr>
          <a:lstStyle/>
          <a:p>
            <a:pPr algn="l">
              <a:lnSpc>
                <a:spcPct val="100000"/>
              </a:lnSpc>
              <a:buNone/>
              <a:defRPr sz="2100" b="1" i="0">
                <a:solidFill>
                  <a:srgbClr val="181D20"/>
                </a:solidFill>
                <a:latin typeface="Times New Roman" panose="02020603050405020304"/>
                <a:ea typeface="Times New Roman" panose="02020603050405020304"/>
                <a:cs typeface="Times New Roman" panose="02020603050405020304"/>
              </a:defRPr>
            </a:pPr>
            <a:r>
              <a:rPr sz="2100" b="1" i="0">
                <a:solidFill>
                  <a:srgbClr val="181D20"/>
                </a:solidFill>
                <a:latin typeface="Times New Roman" panose="02020603050405020304"/>
                <a:ea typeface="Times New Roman" panose="02020603050405020304"/>
                <a:cs typeface="Times New Roman" panose="02020603050405020304"/>
              </a:rPr>
              <a:t>Short press</a:t>
            </a:r>
            <a:endParaRPr sz="2100" b="1" i="0">
              <a:solidFill>
                <a:srgbClr val="181D20"/>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4524375" y="3105150"/>
            <a:ext cx="2714625" cy="62865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Press the battery power key once.</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781050" y="4267200"/>
            <a:ext cx="666750" cy="476250"/>
          </a:xfrm>
          <a:prstGeom prst="rect">
            <a:avLst/>
          </a:prstGeom>
          <a:noFill/>
          <a:ln w="0">
            <a:noFill/>
          </a:ln>
        </p:spPr>
        <p:txBody>
          <a:bodyPr wrap="square" lIns="0" tIns="0" rIns="0" bIns="0" anchor="t">
            <a:normAutofit/>
          </a:bodyPr>
          <a:lstStyle/>
          <a:p>
            <a:pPr algn="l">
              <a:lnSpc>
                <a:spcPct val="100000"/>
              </a:lnSpc>
              <a:buNone/>
              <a:defRPr sz="2100" b="1" i="0">
                <a:solidFill>
                  <a:srgbClr val="147C78"/>
                </a:solidFill>
                <a:latin typeface="Times New Roman" panose="02020603050405020304"/>
                <a:ea typeface="Times New Roman" panose="02020603050405020304"/>
                <a:cs typeface="Times New Roman" panose="02020603050405020304"/>
              </a:defRPr>
            </a:pPr>
            <a:r>
              <a:rPr sz="2100" b="1" i="0">
                <a:solidFill>
                  <a:srgbClr val="147C78"/>
                </a:solidFill>
                <a:latin typeface="Times New Roman" panose="02020603050405020304"/>
                <a:ea typeface="Times New Roman" panose="02020603050405020304"/>
                <a:cs typeface="Times New Roman" panose="02020603050405020304"/>
              </a:rPr>
              <a:t>03</a:t>
            </a:r>
            <a:endParaRPr sz="2100" b="1" i="0">
              <a:solidFill>
                <a:srgbClr val="147C78"/>
              </a:solidFill>
              <a:latin typeface="Times New Roman" panose="02020603050405020304"/>
              <a:ea typeface="Times New Roman" panose="02020603050405020304"/>
              <a:cs typeface="Times New Roman" panose="02020603050405020304"/>
            </a:endParaRPr>
          </a:p>
        </p:txBody>
      </p:sp>
      <p:sp>
        <p:nvSpPr>
          <p:cNvPr id="13" name="矩形 12"/>
          <p:cNvSpPr>
            <a:spLocks noGrp="1"/>
          </p:cNvSpPr>
          <p:nvPr/>
        </p:nvSpPr>
        <p:spPr>
          <a:xfrm>
            <a:off x="1571625" y="4238625"/>
            <a:ext cx="2952750" cy="438150"/>
          </a:xfrm>
          <a:prstGeom prst="rect">
            <a:avLst/>
          </a:prstGeom>
          <a:noFill/>
          <a:ln w="0">
            <a:noFill/>
          </a:ln>
        </p:spPr>
        <p:txBody>
          <a:bodyPr wrap="square" lIns="0" tIns="0" rIns="0" bIns="0" anchor="t">
            <a:normAutofit/>
          </a:bodyPr>
          <a:lstStyle/>
          <a:p>
            <a:pPr algn="l">
              <a:lnSpc>
                <a:spcPct val="100000"/>
              </a:lnSpc>
              <a:buNone/>
              <a:defRPr sz="2100" b="1" i="0">
                <a:solidFill>
                  <a:srgbClr val="181D20"/>
                </a:solidFill>
                <a:latin typeface="Times New Roman" panose="02020603050405020304"/>
                <a:ea typeface="Times New Roman" panose="02020603050405020304"/>
                <a:cs typeface="Times New Roman" panose="02020603050405020304"/>
              </a:defRPr>
            </a:pPr>
            <a:r>
              <a:rPr sz="2100" b="1" i="0">
                <a:solidFill>
                  <a:srgbClr val="181D20"/>
                </a:solidFill>
                <a:latin typeface="Times New Roman" panose="02020603050405020304"/>
                <a:ea typeface="Times New Roman" panose="02020603050405020304"/>
                <a:cs typeface="Times New Roman" panose="02020603050405020304"/>
              </a:rPr>
              <a:t>Press and hold</a:t>
            </a:r>
            <a:endParaRPr sz="2100" b="1" i="0">
              <a:solidFill>
                <a:srgbClr val="181D20"/>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nvSpPr>
        <p:spPr>
          <a:xfrm>
            <a:off x="4524375" y="4276725"/>
            <a:ext cx="2714625" cy="62865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Press the same key for more than 2 seconds.</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1571625" y="5619750"/>
            <a:ext cx="4667250" cy="609600"/>
          </a:xfrm>
          <a:prstGeom prst="rect">
            <a:avLst/>
          </a:prstGeom>
          <a:noFill/>
          <a:ln w="0">
            <a:noFill/>
          </a:ln>
        </p:spPr>
        <p:txBody>
          <a:bodyPr wrap="square" lIns="0" tIns="0" rIns="0" bIns="0" anchor="t">
            <a:normAutofit/>
          </a:bodyPr>
          <a:lstStyle/>
          <a:p>
            <a:pPr algn="l">
              <a:lnSpc>
                <a:spcPct val="100000"/>
              </a:lnSpc>
              <a:buNone/>
              <a:defRPr sz="1725" b="1" i="0">
                <a:solidFill>
                  <a:srgbClr val="B64136"/>
                </a:solidFill>
                <a:latin typeface="Times New Roman" panose="02020603050405020304"/>
                <a:ea typeface="Times New Roman" panose="02020603050405020304"/>
                <a:cs typeface="Times New Roman" panose="02020603050405020304"/>
              </a:defRPr>
            </a:pPr>
            <a:r>
              <a:rPr sz="1725" b="1" i="0">
                <a:solidFill>
                  <a:srgbClr val="B64136"/>
                </a:solidFill>
                <a:latin typeface="Times New Roman" panose="02020603050405020304"/>
                <a:ea typeface="Times New Roman" panose="02020603050405020304"/>
                <a:cs typeface="Times New Roman" panose="02020603050405020304"/>
              </a:rPr>
              <a:t>Wait for startup to finish before sending a controller command.</a:t>
            </a:r>
            <a:endParaRPr sz="1725" b="1" i="0">
              <a:solidFill>
                <a:srgbClr val="B64136"/>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4"/>
        </a:solidFill>
        <a:effectLst/>
      </p:bgPr>
    </p:bg>
    <p:spTree>
      <p:nvGrpSpPr>
        <p:cNvPr id="1" name=""/>
        <p:cNvGrpSpPr/>
        <p:nvPr/>
      </p:nvGrpSpPr>
      <p:grpSpPr/>
      <p:sp>
        <p:nvSpPr>
          <p:cNvPr id="14" name="矩形 13"/>
          <p:cNvSpPr>
            <a:spLocks noGrp="1"/>
          </p:cNvSpPr>
          <p:nvPr/>
        </p:nvSpPr>
        <p:spPr>
          <a:xfrm>
            <a:off x="704850" y="400050"/>
            <a:ext cx="4572000" cy="228600"/>
          </a:xfrm>
          <a:prstGeom prst="rect">
            <a:avLst/>
          </a:prstGeom>
          <a:noFill/>
          <a:ln w="0">
            <a:noFill/>
          </a:ln>
        </p:spPr>
        <p:txBody>
          <a:bodyPr wrap="square" lIns="0" tIns="0" rIns="0" bIns="0" anchor="t">
            <a:normAutofit/>
          </a:bodyPr>
          <a:lstStyle/>
          <a:p>
            <a:pPr algn="l">
              <a:lnSpc>
                <a:spcPct val="100000"/>
              </a:lnSpc>
              <a:buNone/>
              <a:defRPr sz="1275" b="1" i="0">
                <a:solidFill>
                  <a:srgbClr val="147C78"/>
                </a:solidFill>
                <a:latin typeface="Times New Roman" panose="02020603050405020304"/>
                <a:ea typeface="Times New Roman" panose="02020603050405020304"/>
                <a:cs typeface="Times New Roman" panose="02020603050405020304"/>
              </a:defRPr>
            </a:pPr>
            <a:r>
              <a:rPr sz="1275" b="1" i="0">
                <a:solidFill>
                  <a:srgbClr val="147C78"/>
                </a:solidFill>
                <a:latin typeface="Times New Roman" panose="02020603050405020304"/>
                <a:ea typeface="Times New Roman" panose="02020603050405020304"/>
                <a:cs typeface="Times New Roman" panose="02020603050405020304"/>
              </a:rPr>
              <a:t>REMOTE CONTROL</a:t>
            </a:r>
            <a:endParaRPr sz="1275" b="1" i="0">
              <a:solidFill>
                <a:srgbClr val="147C78"/>
              </a:solidFill>
              <a:latin typeface="Times New Roman" panose="02020603050405020304"/>
              <a:ea typeface="Times New Roman" panose="02020603050405020304"/>
              <a:cs typeface="Times New Roman" panose="02020603050405020304"/>
            </a:endParaRPr>
          </a:p>
        </p:txBody>
      </p:sp>
      <p:sp>
        <p:nvSpPr>
          <p:cNvPr id="2" name="矩形 1"/>
          <p:cNvSpPr>
            <a:spLocks noGrp="1"/>
          </p:cNvSpPr>
          <p:nvPr/>
        </p:nvSpPr>
        <p:spPr>
          <a:xfrm>
            <a:off x="704850" y="723900"/>
            <a:ext cx="10763250" cy="590550"/>
          </a:xfrm>
          <a:prstGeom prst="rect">
            <a:avLst/>
          </a:prstGeom>
          <a:noFill/>
          <a:ln w="0">
            <a:noFill/>
          </a:ln>
        </p:spPr>
        <p:txBody>
          <a:bodyPr wrap="square" lIns="0" tIns="0" rIns="0" bIns="0" anchor="t">
            <a:normAutofit/>
          </a:bodyPr>
          <a:lstStyle/>
          <a:p>
            <a:pPr algn="l">
              <a:lnSpc>
                <a:spcPct val="100000"/>
              </a:lnSpc>
              <a:buNone/>
              <a:defRPr sz="3075" b="1" i="0">
                <a:solidFill>
                  <a:srgbClr val="181D20"/>
                </a:solidFill>
                <a:latin typeface="Times New Roman" panose="02020603050405020304"/>
                <a:ea typeface="Times New Roman" panose="02020603050405020304"/>
                <a:cs typeface="Times New Roman" panose="02020603050405020304"/>
              </a:defRPr>
            </a:pPr>
            <a:r>
              <a:rPr sz="3075" b="1" i="0">
                <a:solidFill>
                  <a:srgbClr val="181D20"/>
                </a:solidFill>
                <a:latin typeface="Times New Roman" panose="02020603050405020304"/>
                <a:ea typeface="Times New Roman" panose="02020603050405020304"/>
                <a:cs typeface="Times New Roman" panose="02020603050405020304"/>
              </a:rPr>
              <a:t>Controller power-on</a:t>
            </a:r>
            <a:endParaRPr sz="3075" b="1" i="0">
              <a:solidFill>
                <a:srgbClr val="181D20"/>
              </a:solidFill>
              <a:latin typeface="Times New Roman" panose="02020603050405020304"/>
              <a:ea typeface="Times New Roman" panose="02020603050405020304"/>
              <a:cs typeface="Times New Roman" panose="02020603050405020304"/>
            </a:endParaRPr>
          </a:p>
        </p:txBody>
      </p:sp>
      <p:sp>
        <p:nvSpPr>
          <p:cNvPr id="3" name="矩形 2"/>
          <p:cNvSpPr>
            <a:spLocks noGrp="1"/>
          </p:cNvSpPr>
          <p:nvPr/>
        </p:nvSpPr>
        <p:spPr>
          <a:xfrm>
            <a:off x="704850" y="1419225"/>
            <a:ext cx="609600" cy="47625"/>
          </a:xfrm>
          <a:prstGeom prst="rect">
            <a:avLst/>
          </a:prstGeom>
          <a:solidFill>
            <a:srgbClr val="EA6B36"/>
          </a:solidFill>
          <a:ln w="0">
            <a:noFill/>
            <a:prstDash val="solid"/>
          </a:ln>
        </p:spPr>
      </p:sp>
      <p:pic>
        <p:nvPicPr>
          <p:cNvPr id="17" name="图片 16"/>
          <p:cNvPicPr>
            <a:picLocks noChangeAspect="1"/>
          </p:cNvPicPr>
          <p:nvPr/>
        </p:nvPicPr>
        <p:blipFill>
          <a:blip r:embed="rId1"/>
          <a:srcRect t="7277" b="7277"/>
          <a:stretch>
            <a:fillRect/>
          </a:stretch>
        </p:blipFill>
        <p:spPr>
          <a:xfrm>
            <a:off x="647700" y="1809750"/>
            <a:ext cx="6762750" cy="4333875"/>
          </a:xfrm>
          <a:prstGeom prst="rect">
            <a:avLst/>
          </a:prstGeom>
        </p:spPr>
      </p:pic>
      <p:sp>
        <p:nvSpPr>
          <p:cNvPr id="5" name="圆角矩形 4"/>
          <p:cNvSpPr>
            <a:spLocks noGrp="1"/>
          </p:cNvSpPr>
          <p:nvPr/>
        </p:nvSpPr>
        <p:spPr>
          <a:xfrm>
            <a:off x="3333750" y="3838575"/>
            <a:ext cx="685800" cy="323850"/>
          </a:xfrm>
          <a:prstGeom prst="roundRect">
            <a:avLst>
              <a:gd name="adj" fmla="val 23529"/>
            </a:avLst>
          </a:prstGeom>
          <a:noFill/>
          <a:ln w="47625">
            <a:solidFill>
              <a:srgbClr val="EA6B36"/>
            </a:solidFill>
            <a:prstDash val="solid"/>
          </a:ln>
        </p:spPr>
      </p:sp>
      <p:sp>
        <p:nvSpPr>
          <p:cNvPr id="6" name="矩形 5"/>
          <p:cNvSpPr>
            <a:spLocks noGrp="1"/>
          </p:cNvSpPr>
          <p:nvPr/>
        </p:nvSpPr>
        <p:spPr>
          <a:xfrm>
            <a:off x="7953375" y="1971675"/>
            <a:ext cx="523875" cy="523875"/>
          </a:xfrm>
          <a:prstGeom prst="rect">
            <a:avLst/>
          </a:prstGeom>
          <a:noFill/>
          <a:ln w="0">
            <a:noFill/>
          </a:ln>
        </p:spPr>
        <p:txBody>
          <a:bodyPr wrap="square" lIns="0" tIns="0" rIns="0" bIns="0" anchor="t">
            <a:normAutofit/>
          </a:bodyPr>
          <a:lstStyle/>
          <a:p>
            <a:pPr algn="l">
              <a:lnSpc>
                <a:spcPct val="100000"/>
              </a:lnSpc>
              <a:buNone/>
              <a:defRPr sz="2850" b="1" i="0">
                <a:solidFill>
                  <a:srgbClr val="EA6B36"/>
                </a:solidFill>
                <a:latin typeface="Times New Roman" panose="02020603050405020304"/>
                <a:ea typeface="Times New Roman" panose="02020603050405020304"/>
                <a:cs typeface="Times New Roman" panose="02020603050405020304"/>
              </a:defRPr>
            </a:pPr>
            <a:r>
              <a:rPr sz="2850" b="1" i="0">
                <a:solidFill>
                  <a:srgbClr val="EA6B36"/>
                </a:solidFill>
                <a:latin typeface="Times New Roman" panose="02020603050405020304"/>
                <a:ea typeface="Times New Roman" panose="02020603050405020304"/>
                <a:cs typeface="Times New Roman" panose="02020603050405020304"/>
              </a:rPr>
              <a:t>1</a:t>
            </a:r>
            <a:endParaRPr sz="2850" b="1" i="0">
              <a:solidFill>
                <a:srgbClr val="EA6B36"/>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8639175" y="2009775"/>
            <a:ext cx="2762250" cy="666750"/>
          </a:xfrm>
          <a:prstGeom prst="rect">
            <a:avLst/>
          </a:prstGeom>
          <a:noFill/>
          <a:ln w="0">
            <a:noFill/>
          </a:ln>
        </p:spPr>
        <p:txBody>
          <a:bodyPr wrap="square" lIns="0" tIns="0" rIns="0" bIns="0" anchor="t">
            <a:normAutofit/>
          </a:bodyPr>
          <a:lstStyle/>
          <a:p>
            <a:pPr algn="l">
              <a:lnSpc>
                <a:spcPct val="100000"/>
              </a:lnSpc>
              <a:buNone/>
              <a:defRPr sz="2025" b="1" i="0">
                <a:solidFill>
                  <a:srgbClr val="181D20"/>
                </a:solidFill>
                <a:latin typeface="Times New Roman" panose="02020603050405020304"/>
                <a:ea typeface="Times New Roman" panose="02020603050405020304"/>
                <a:cs typeface="Times New Roman" panose="02020603050405020304"/>
              </a:defRPr>
            </a:pPr>
            <a:r>
              <a:rPr sz="2025" b="1" i="0">
                <a:solidFill>
                  <a:srgbClr val="181D20"/>
                </a:solidFill>
                <a:latin typeface="Times New Roman" panose="02020603050405020304"/>
                <a:ea typeface="Times New Roman" panose="02020603050405020304"/>
                <a:cs typeface="Times New Roman" panose="02020603050405020304"/>
              </a:rPr>
              <a:t>Short-press the power key once.</a:t>
            </a:r>
            <a:endParaRPr sz="2025" b="1" i="0">
              <a:solidFill>
                <a:srgbClr val="181D20"/>
              </a:solidFill>
              <a:latin typeface="Times New Roman" panose="02020603050405020304"/>
              <a:ea typeface="Times New Roman" panose="02020603050405020304"/>
              <a:cs typeface="Times New Roman" panose="02020603050405020304"/>
            </a:endParaRPr>
          </a:p>
        </p:txBody>
      </p:sp>
      <p:sp>
        <p:nvSpPr>
          <p:cNvPr id="8" name="直接连接符 7"/>
          <p:cNvSpPr>
            <a:spLocks noGrp="1"/>
          </p:cNvSpPr>
          <p:nvPr/>
        </p:nvSpPr>
        <p:spPr>
          <a:xfrm>
            <a:off x="7953375" y="3000375"/>
            <a:ext cx="3429000" cy="0"/>
          </a:xfrm>
          <a:prstGeom prst="line">
            <a:avLst/>
          </a:prstGeom>
          <a:noFill/>
          <a:ln w="19050">
            <a:solidFill>
              <a:srgbClr val="D1D8D5"/>
            </a:solidFill>
            <a:prstDash val="solid"/>
          </a:ln>
        </p:spPr>
      </p:sp>
      <p:sp>
        <p:nvSpPr>
          <p:cNvPr id="9" name="矩形 8"/>
          <p:cNvSpPr>
            <a:spLocks noGrp="1"/>
          </p:cNvSpPr>
          <p:nvPr/>
        </p:nvSpPr>
        <p:spPr>
          <a:xfrm>
            <a:off x="7953375" y="3333750"/>
            <a:ext cx="523875" cy="523875"/>
          </a:xfrm>
          <a:prstGeom prst="rect">
            <a:avLst/>
          </a:prstGeom>
          <a:noFill/>
          <a:ln w="0">
            <a:noFill/>
          </a:ln>
        </p:spPr>
        <p:txBody>
          <a:bodyPr wrap="square" lIns="0" tIns="0" rIns="0" bIns="0" anchor="t">
            <a:normAutofit/>
          </a:bodyPr>
          <a:lstStyle/>
          <a:p>
            <a:pPr algn="l">
              <a:lnSpc>
                <a:spcPct val="100000"/>
              </a:lnSpc>
              <a:buNone/>
              <a:defRPr sz="2850" b="1" i="0">
                <a:solidFill>
                  <a:srgbClr val="147C78"/>
                </a:solidFill>
                <a:latin typeface="Times New Roman" panose="02020603050405020304"/>
                <a:ea typeface="Times New Roman" panose="02020603050405020304"/>
                <a:cs typeface="Times New Roman" panose="02020603050405020304"/>
              </a:defRPr>
            </a:pPr>
            <a:r>
              <a:rPr sz="2850" b="1" i="0">
                <a:solidFill>
                  <a:srgbClr val="147C78"/>
                </a:solidFill>
                <a:latin typeface="Times New Roman" panose="02020603050405020304"/>
                <a:ea typeface="Times New Roman" panose="02020603050405020304"/>
                <a:cs typeface="Times New Roman" panose="02020603050405020304"/>
              </a:rPr>
              <a:t>2</a:t>
            </a:r>
            <a:endParaRPr sz="2850" b="1" i="0">
              <a:solidFill>
                <a:srgbClr val="147C7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8639175" y="3371850"/>
            <a:ext cx="2762250" cy="904875"/>
          </a:xfrm>
          <a:prstGeom prst="rect">
            <a:avLst/>
          </a:prstGeom>
          <a:noFill/>
          <a:ln w="0">
            <a:noFill/>
          </a:ln>
        </p:spPr>
        <p:txBody>
          <a:bodyPr wrap="square" lIns="0" tIns="0" rIns="0" bIns="0" anchor="t">
            <a:normAutofit/>
          </a:bodyPr>
          <a:lstStyle/>
          <a:p>
            <a:pPr algn="l">
              <a:lnSpc>
                <a:spcPct val="100000"/>
              </a:lnSpc>
              <a:buNone/>
              <a:defRPr sz="2025" b="1" i="0">
                <a:solidFill>
                  <a:srgbClr val="181D20"/>
                </a:solidFill>
                <a:latin typeface="Times New Roman" panose="02020603050405020304"/>
                <a:ea typeface="Times New Roman" panose="02020603050405020304"/>
                <a:cs typeface="Times New Roman" panose="02020603050405020304"/>
              </a:defRPr>
            </a:pPr>
            <a:r>
              <a:rPr sz="2025" b="1" i="0">
                <a:solidFill>
                  <a:srgbClr val="181D20"/>
                </a:solidFill>
                <a:latin typeface="Times New Roman" panose="02020603050405020304"/>
                <a:ea typeface="Times New Roman" panose="02020603050405020304"/>
                <a:cs typeface="Times New Roman" panose="02020603050405020304"/>
              </a:rPr>
              <a:t>Then press and hold for more than 2 seconds.</a:t>
            </a:r>
            <a:endParaRPr sz="2025" b="1" i="0">
              <a:solidFill>
                <a:srgbClr val="181D20"/>
              </a:solidFill>
              <a:latin typeface="Times New Roman" panose="02020603050405020304"/>
              <a:ea typeface="Times New Roman" panose="02020603050405020304"/>
              <a:cs typeface="Times New Roman" panose="02020603050405020304"/>
            </a:endParaRPr>
          </a:p>
        </p:txBody>
      </p:sp>
      <p:sp>
        <p:nvSpPr>
          <p:cNvPr id="11" name="直接连接符 10"/>
          <p:cNvSpPr>
            <a:spLocks noGrp="1"/>
          </p:cNvSpPr>
          <p:nvPr/>
        </p:nvSpPr>
        <p:spPr>
          <a:xfrm>
            <a:off x="7953375" y="4667250"/>
            <a:ext cx="3429000" cy="0"/>
          </a:xfrm>
          <a:prstGeom prst="line">
            <a:avLst/>
          </a:prstGeom>
          <a:noFill/>
          <a:ln w="19050">
            <a:solidFill>
              <a:srgbClr val="D1D8D5"/>
            </a:solidFill>
            <a:prstDash val="solid"/>
          </a:ln>
        </p:spPr>
      </p:sp>
      <p:sp>
        <p:nvSpPr>
          <p:cNvPr id="12" name="矩形 11"/>
          <p:cNvSpPr>
            <a:spLocks noGrp="1"/>
          </p:cNvSpPr>
          <p:nvPr/>
        </p:nvSpPr>
        <p:spPr>
          <a:xfrm>
            <a:off x="7953375" y="5010150"/>
            <a:ext cx="523875" cy="523875"/>
          </a:xfrm>
          <a:prstGeom prst="rect">
            <a:avLst/>
          </a:prstGeom>
          <a:noFill/>
          <a:ln w="0">
            <a:noFill/>
          </a:ln>
        </p:spPr>
        <p:txBody>
          <a:bodyPr wrap="square" lIns="0" tIns="0" rIns="0" bIns="0" anchor="t">
            <a:normAutofit/>
          </a:bodyPr>
          <a:lstStyle/>
          <a:p>
            <a:pPr algn="l">
              <a:lnSpc>
                <a:spcPct val="100000"/>
              </a:lnSpc>
              <a:buNone/>
              <a:defRPr sz="2850" b="1" i="0">
                <a:solidFill>
                  <a:srgbClr val="147C78"/>
                </a:solidFill>
                <a:latin typeface="Times New Roman" panose="02020603050405020304"/>
                <a:ea typeface="Times New Roman" panose="02020603050405020304"/>
                <a:cs typeface="Times New Roman" panose="02020603050405020304"/>
              </a:defRPr>
            </a:pPr>
            <a:r>
              <a:rPr sz="2850" b="1" i="0">
                <a:solidFill>
                  <a:srgbClr val="147C78"/>
                </a:solidFill>
                <a:latin typeface="Times New Roman" panose="02020603050405020304"/>
                <a:ea typeface="Times New Roman" panose="02020603050405020304"/>
                <a:cs typeface="Times New Roman" panose="02020603050405020304"/>
              </a:rPr>
              <a:t>3</a:t>
            </a:r>
            <a:endParaRPr sz="2850" b="1" i="0">
              <a:solidFill>
                <a:srgbClr val="147C78"/>
              </a:solidFill>
              <a:latin typeface="Times New Roman" panose="02020603050405020304"/>
              <a:ea typeface="Times New Roman" panose="02020603050405020304"/>
              <a:cs typeface="Times New Roman" panose="02020603050405020304"/>
            </a:endParaRPr>
          </a:p>
        </p:txBody>
      </p:sp>
      <p:sp>
        <p:nvSpPr>
          <p:cNvPr id="13" name="矩形 12"/>
          <p:cNvSpPr>
            <a:spLocks noGrp="1"/>
          </p:cNvSpPr>
          <p:nvPr/>
        </p:nvSpPr>
        <p:spPr>
          <a:xfrm>
            <a:off x="8639175" y="5048250"/>
            <a:ext cx="2762250" cy="952500"/>
          </a:xfrm>
          <a:prstGeom prst="rect">
            <a:avLst/>
          </a:prstGeom>
          <a:noFill/>
          <a:ln w="0">
            <a:noFill/>
          </a:ln>
        </p:spPr>
        <p:txBody>
          <a:bodyPr wrap="square" lIns="0" tIns="0" rIns="0" bIns="0" anchor="t">
            <a:normAutofit/>
          </a:bodyPr>
          <a:lstStyle/>
          <a:p>
            <a:pPr algn="l">
              <a:lnSpc>
                <a:spcPct val="100000"/>
              </a:lnSpc>
              <a:buNone/>
              <a:defRPr sz="1875" b="1" i="0">
                <a:solidFill>
                  <a:srgbClr val="181D20"/>
                </a:solidFill>
                <a:latin typeface="Times New Roman" panose="02020603050405020304"/>
                <a:ea typeface="Times New Roman" panose="02020603050405020304"/>
                <a:cs typeface="Times New Roman" panose="02020603050405020304"/>
              </a:defRPr>
            </a:pPr>
            <a:r>
              <a:rPr sz="1875" b="1" i="0">
                <a:solidFill>
                  <a:srgbClr val="181D20"/>
                </a:solidFill>
                <a:latin typeface="Times New Roman" panose="02020603050405020304"/>
                <a:ea typeface="Times New Roman" panose="02020603050405020304"/>
                <a:cs typeface="Times New Roman" panose="02020603050405020304"/>
              </a:rPr>
              <a:t>Confirm the controller is ready before posture commands.</a:t>
            </a:r>
            <a:endParaRPr sz="1875" b="1" i="0">
              <a:solidFill>
                <a:srgbClr val="181D2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4"/>
        </a:solidFill>
        <a:effectLst/>
      </p:bgPr>
    </p:bg>
    <p:spTree>
      <p:nvGrpSpPr>
        <p:cNvPr id="1" name=""/>
        <p:cNvGrpSpPr/>
        <p:nvPr/>
      </p:nvGrpSpPr>
      <p:grpSpPr/>
      <p:sp>
        <p:nvSpPr>
          <p:cNvPr id="17" name="矩形 16"/>
          <p:cNvSpPr>
            <a:spLocks noGrp="1"/>
          </p:cNvSpPr>
          <p:nvPr/>
        </p:nvSpPr>
        <p:spPr>
          <a:xfrm>
            <a:off x="704850" y="400050"/>
            <a:ext cx="4572000" cy="228600"/>
          </a:xfrm>
          <a:prstGeom prst="rect">
            <a:avLst/>
          </a:prstGeom>
          <a:noFill/>
          <a:ln w="0">
            <a:noFill/>
          </a:ln>
        </p:spPr>
        <p:txBody>
          <a:bodyPr wrap="square" lIns="0" tIns="0" rIns="0" bIns="0" anchor="t">
            <a:normAutofit/>
          </a:bodyPr>
          <a:lstStyle/>
          <a:p>
            <a:pPr algn="l">
              <a:lnSpc>
                <a:spcPct val="100000"/>
              </a:lnSpc>
              <a:buNone/>
              <a:defRPr sz="1275" b="1" i="0">
                <a:solidFill>
                  <a:srgbClr val="147C78"/>
                </a:solidFill>
                <a:latin typeface="Times New Roman" panose="02020603050405020304"/>
                <a:ea typeface="Times New Roman" panose="02020603050405020304"/>
                <a:cs typeface="Times New Roman" panose="02020603050405020304"/>
              </a:defRPr>
            </a:pPr>
            <a:r>
              <a:rPr sz="1275" b="1" i="0">
                <a:solidFill>
                  <a:srgbClr val="147C78"/>
                </a:solidFill>
                <a:latin typeface="Times New Roman" panose="02020603050405020304"/>
                <a:ea typeface="Times New Roman" panose="02020603050405020304"/>
                <a:cs typeface="Times New Roman" panose="02020603050405020304"/>
              </a:rPr>
              <a:t>CONTROLLER OPERATION</a:t>
            </a:r>
            <a:endParaRPr sz="1275" b="1" i="0">
              <a:solidFill>
                <a:srgbClr val="147C78"/>
              </a:solidFill>
              <a:latin typeface="Times New Roman" panose="02020603050405020304"/>
              <a:ea typeface="Times New Roman" panose="02020603050405020304"/>
              <a:cs typeface="Times New Roman" panose="02020603050405020304"/>
            </a:endParaRPr>
          </a:p>
        </p:txBody>
      </p:sp>
      <p:sp>
        <p:nvSpPr>
          <p:cNvPr id="2" name="矩形 1"/>
          <p:cNvSpPr>
            <a:spLocks noGrp="1"/>
          </p:cNvSpPr>
          <p:nvPr/>
        </p:nvSpPr>
        <p:spPr>
          <a:xfrm>
            <a:off x="704850" y="723900"/>
            <a:ext cx="10763250" cy="590550"/>
          </a:xfrm>
          <a:prstGeom prst="rect">
            <a:avLst/>
          </a:prstGeom>
          <a:noFill/>
          <a:ln w="0">
            <a:noFill/>
          </a:ln>
        </p:spPr>
        <p:txBody>
          <a:bodyPr wrap="square" lIns="0" tIns="0" rIns="0" bIns="0" anchor="t">
            <a:normAutofit/>
          </a:bodyPr>
          <a:lstStyle/>
          <a:p>
            <a:pPr algn="l">
              <a:lnSpc>
                <a:spcPct val="100000"/>
              </a:lnSpc>
              <a:buNone/>
              <a:defRPr sz="3075" b="1" i="0">
                <a:solidFill>
                  <a:srgbClr val="181D20"/>
                </a:solidFill>
                <a:latin typeface="Times New Roman" panose="02020603050405020304"/>
                <a:ea typeface="Times New Roman" panose="02020603050405020304"/>
                <a:cs typeface="Times New Roman" panose="02020603050405020304"/>
              </a:defRPr>
            </a:pPr>
            <a:r>
              <a:rPr sz="3075" b="1" i="0">
                <a:solidFill>
                  <a:srgbClr val="181D20"/>
                </a:solidFill>
                <a:latin typeface="Times New Roman" panose="02020603050405020304"/>
                <a:ea typeface="Times New Roman" panose="02020603050405020304"/>
                <a:cs typeface="Times New Roman" panose="02020603050405020304"/>
              </a:rPr>
              <a:t>Basic posture commands</a:t>
            </a:r>
            <a:endParaRPr sz="3075" b="1" i="0">
              <a:solidFill>
                <a:srgbClr val="181D20"/>
              </a:solidFill>
              <a:latin typeface="Times New Roman" panose="02020603050405020304"/>
              <a:ea typeface="Times New Roman" panose="02020603050405020304"/>
              <a:cs typeface="Times New Roman" panose="02020603050405020304"/>
            </a:endParaRPr>
          </a:p>
        </p:txBody>
      </p:sp>
      <p:sp>
        <p:nvSpPr>
          <p:cNvPr id="3" name="矩形 2"/>
          <p:cNvSpPr>
            <a:spLocks noGrp="1"/>
          </p:cNvSpPr>
          <p:nvPr/>
        </p:nvSpPr>
        <p:spPr>
          <a:xfrm>
            <a:off x="704850" y="1419225"/>
            <a:ext cx="609600" cy="47625"/>
          </a:xfrm>
          <a:prstGeom prst="rect">
            <a:avLst/>
          </a:prstGeom>
          <a:solidFill>
            <a:srgbClr val="EA6B36"/>
          </a:solidFill>
          <a:ln w="0">
            <a:noFill/>
            <a:prstDash val="solid"/>
          </a:ln>
        </p:spPr>
      </p:sp>
      <p:pic>
        <p:nvPicPr>
          <p:cNvPr id="20" name="图片 19"/>
          <p:cNvPicPr>
            <a:picLocks noChangeAspect="1"/>
          </p:cNvPicPr>
          <p:nvPr/>
        </p:nvPicPr>
        <p:blipFill>
          <a:blip r:embed="rId1"/>
          <a:srcRect t="20" b="20"/>
          <a:stretch>
            <a:fillRect/>
          </a:stretch>
        </p:blipFill>
        <p:spPr>
          <a:xfrm>
            <a:off x="666750" y="1790700"/>
            <a:ext cx="5334000" cy="4000500"/>
          </a:xfrm>
          <a:prstGeom prst="rect">
            <a:avLst/>
          </a:prstGeom>
        </p:spPr>
      </p:pic>
      <p:sp>
        <p:nvSpPr>
          <p:cNvPr id="5" name="圆角矩形 4"/>
          <p:cNvSpPr>
            <a:spLocks noGrp="1"/>
          </p:cNvSpPr>
          <p:nvPr/>
        </p:nvSpPr>
        <p:spPr>
          <a:xfrm>
            <a:off x="685800" y="3114675"/>
            <a:ext cx="1333500" cy="1200150"/>
          </a:xfrm>
          <a:prstGeom prst="roundRect">
            <a:avLst>
              <a:gd name="adj" fmla="val 6349"/>
            </a:avLst>
          </a:prstGeom>
          <a:noFill/>
          <a:ln w="47625">
            <a:solidFill>
              <a:srgbClr val="EA6B36"/>
            </a:solidFill>
            <a:prstDash val="solid"/>
          </a:ln>
        </p:spPr>
      </p:sp>
      <p:sp>
        <p:nvSpPr>
          <p:cNvPr id="6" name="矩形 5"/>
          <p:cNvSpPr>
            <a:spLocks noGrp="1"/>
          </p:cNvSpPr>
          <p:nvPr/>
        </p:nvSpPr>
        <p:spPr>
          <a:xfrm>
            <a:off x="838200" y="5953125"/>
            <a:ext cx="2476500" cy="342900"/>
          </a:xfrm>
          <a:prstGeom prst="rect">
            <a:avLst/>
          </a:prstGeom>
          <a:noFill/>
          <a:ln w="0">
            <a:noFill/>
          </a:ln>
        </p:spPr>
        <p:txBody>
          <a:bodyPr wrap="square" lIns="0" tIns="0" rIns="0" bIns="0" anchor="t">
            <a:normAutofit/>
          </a:bodyPr>
          <a:lstStyle/>
          <a:p>
            <a:pPr algn="l">
              <a:lnSpc>
                <a:spcPct val="100000"/>
              </a:lnSpc>
              <a:buNone/>
              <a:defRPr sz="1950" b="1" i="0">
                <a:solidFill>
                  <a:srgbClr val="EA6B36"/>
                </a:solidFill>
                <a:latin typeface="Times New Roman" panose="02020603050405020304"/>
                <a:ea typeface="Times New Roman" panose="02020603050405020304"/>
                <a:cs typeface="Times New Roman" panose="02020603050405020304"/>
              </a:defRPr>
            </a:pPr>
            <a:r>
              <a:rPr sz="1950" b="1" i="0">
                <a:solidFill>
                  <a:srgbClr val="EA6B36"/>
                </a:solidFill>
                <a:latin typeface="Times New Roman" panose="02020603050405020304"/>
                <a:ea typeface="Times New Roman" panose="02020603050405020304"/>
                <a:cs typeface="Times New Roman" panose="02020603050405020304"/>
              </a:rPr>
              <a:t>Hold L2</a:t>
            </a:r>
            <a:endParaRPr sz="1950" b="1" i="0">
              <a:solidFill>
                <a:srgbClr val="EA6B36"/>
              </a:solidFill>
              <a:latin typeface="Times New Roman" panose="02020603050405020304"/>
              <a:ea typeface="Times New Roman" panose="02020603050405020304"/>
              <a:cs typeface="Times New Roman" panose="02020603050405020304"/>
            </a:endParaRPr>
          </a:p>
        </p:txBody>
      </p:sp>
      <p:sp>
        <p:nvSpPr>
          <p:cNvPr id="7" name="矩形 6"/>
          <p:cNvSpPr>
            <a:spLocks noGrp="1"/>
          </p:cNvSpPr>
          <p:nvPr/>
        </p:nvSpPr>
        <p:spPr>
          <a:xfrm>
            <a:off x="6572250" y="1971675"/>
            <a:ext cx="2095500" cy="514350"/>
          </a:xfrm>
          <a:prstGeom prst="rect">
            <a:avLst/>
          </a:prstGeom>
          <a:noFill/>
          <a:ln w="0">
            <a:noFill/>
          </a:ln>
        </p:spPr>
        <p:txBody>
          <a:bodyPr wrap="square" lIns="0" tIns="0" rIns="0" bIns="0" anchor="t">
            <a:normAutofit/>
          </a:bodyPr>
          <a:lstStyle/>
          <a:p>
            <a:pPr algn="l">
              <a:lnSpc>
                <a:spcPct val="100000"/>
              </a:lnSpc>
              <a:buNone/>
              <a:defRPr sz="2625" b="1" i="0">
                <a:solidFill>
                  <a:srgbClr val="147C78"/>
                </a:solidFill>
                <a:latin typeface="Times New Roman" panose="02020603050405020304"/>
                <a:ea typeface="Times New Roman" panose="02020603050405020304"/>
                <a:cs typeface="Times New Roman" panose="02020603050405020304"/>
              </a:defRPr>
            </a:pPr>
            <a:r>
              <a:rPr sz="2625" b="1" i="0">
                <a:solidFill>
                  <a:srgbClr val="147C78"/>
                </a:solidFill>
                <a:latin typeface="Times New Roman" panose="02020603050405020304"/>
                <a:ea typeface="Times New Roman" panose="02020603050405020304"/>
                <a:cs typeface="Times New Roman" panose="02020603050405020304"/>
              </a:rPr>
              <a:t>L2 + X</a:t>
            </a:r>
            <a:endParaRPr sz="2625" b="1" i="0">
              <a:solidFill>
                <a:srgbClr val="147C78"/>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8953500" y="2038350"/>
            <a:ext cx="2095500" cy="419100"/>
          </a:xfrm>
          <a:prstGeom prst="rect">
            <a:avLst/>
          </a:prstGeom>
          <a:noFill/>
          <a:ln w="0">
            <a:noFill/>
          </a:ln>
        </p:spPr>
        <p:txBody>
          <a:bodyPr wrap="square" lIns="0" tIns="0" rIns="0" bIns="0" anchor="t">
            <a:normAutofit/>
          </a:bodyPr>
          <a:lstStyle/>
          <a:p>
            <a:pPr algn="l">
              <a:lnSpc>
                <a:spcPct val="100000"/>
              </a:lnSpc>
              <a:buNone/>
              <a:defRPr sz="2175" b="1" i="0">
                <a:solidFill>
                  <a:srgbClr val="181D20"/>
                </a:solidFill>
                <a:latin typeface="Times New Roman" panose="02020603050405020304"/>
                <a:ea typeface="Times New Roman" panose="02020603050405020304"/>
                <a:cs typeface="Times New Roman" panose="02020603050405020304"/>
              </a:defRPr>
            </a:pPr>
            <a:r>
              <a:rPr sz="2175" b="1" i="0">
                <a:solidFill>
                  <a:srgbClr val="181D20"/>
                </a:solidFill>
                <a:latin typeface="Times New Roman" panose="02020603050405020304"/>
                <a:ea typeface="Times New Roman" panose="02020603050405020304"/>
                <a:cs typeface="Times New Roman" panose="02020603050405020304"/>
              </a:rPr>
              <a:t>Stand</a:t>
            </a:r>
            <a:endParaRPr sz="2175" b="1" i="0">
              <a:solidFill>
                <a:srgbClr val="181D20"/>
              </a:solidFill>
              <a:latin typeface="Times New Roman" panose="02020603050405020304"/>
              <a:ea typeface="Times New Roman" panose="02020603050405020304"/>
              <a:cs typeface="Times New Roman" panose="02020603050405020304"/>
            </a:endParaRPr>
          </a:p>
        </p:txBody>
      </p:sp>
      <p:sp>
        <p:nvSpPr>
          <p:cNvPr id="9" name="直接连接符 8"/>
          <p:cNvSpPr>
            <a:spLocks noGrp="1"/>
          </p:cNvSpPr>
          <p:nvPr/>
        </p:nvSpPr>
        <p:spPr>
          <a:xfrm>
            <a:off x="6572250" y="2790825"/>
            <a:ext cx="4619625" cy="0"/>
          </a:xfrm>
          <a:prstGeom prst="line">
            <a:avLst/>
          </a:prstGeom>
          <a:noFill/>
          <a:ln w="19050">
            <a:solidFill>
              <a:srgbClr val="D1D8D5"/>
            </a:solidFill>
            <a:prstDash val="solid"/>
          </a:ln>
        </p:spPr>
      </p:sp>
      <p:sp>
        <p:nvSpPr>
          <p:cNvPr id="10" name="矩形 9"/>
          <p:cNvSpPr>
            <a:spLocks noGrp="1"/>
          </p:cNvSpPr>
          <p:nvPr/>
        </p:nvSpPr>
        <p:spPr>
          <a:xfrm>
            <a:off x="6572250" y="3133725"/>
            <a:ext cx="2095500" cy="514350"/>
          </a:xfrm>
          <a:prstGeom prst="rect">
            <a:avLst/>
          </a:prstGeom>
          <a:noFill/>
          <a:ln w="0">
            <a:noFill/>
          </a:ln>
        </p:spPr>
        <p:txBody>
          <a:bodyPr wrap="square" lIns="0" tIns="0" rIns="0" bIns="0" anchor="t">
            <a:normAutofit/>
          </a:bodyPr>
          <a:lstStyle/>
          <a:p>
            <a:pPr algn="l">
              <a:lnSpc>
                <a:spcPct val="100000"/>
              </a:lnSpc>
              <a:buNone/>
              <a:defRPr sz="2625" b="1" i="0">
                <a:solidFill>
                  <a:srgbClr val="147C78"/>
                </a:solidFill>
                <a:latin typeface="Times New Roman" panose="02020603050405020304"/>
                <a:ea typeface="Times New Roman" panose="02020603050405020304"/>
                <a:cs typeface="Times New Roman" panose="02020603050405020304"/>
              </a:defRPr>
            </a:pPr>
            <a:r>
              <a:rPr sz="2625" b="1" i="0">
                <a:solidFill>
                  <a:srgbClr val="147C78"/>
                </a:solidFill>
                <a:latin typeface="Times New Roman" panose="02020603050405020304"/>
                <a:ea typeface="Times New Roman" panose="02020603050405020304"/>
                <a:cs typeface="Times New Roman" panose="02020603050405020304"/>
              </a:rPr>
              <a:t>L2 + A</a:t>
            </a:r>
            <a:endParaRPr sz="2625" b="1" i="0">
              <a:solidFill>
                <a:srgbClr val="147C78"/>
              </a:solidFill>
              <a:latin typeface="Times New Roman" panose="02020603050405020304"/>
              <a:ea typeface="Times New Roman" panose="02020603050405020304"/>
              <a:cs typeface="Times New Roman" panose="02020603050405020304"/>
            </a:endParaRPr>
          </a:p>
        </p:txBody>
      </p:sp>
      <p:sp>
        <p:nvSpPr>
          <p:cNvPr id="11" name="矩形 10"/>
          <p:cNvSpPr>
            <a:spLocks noGrp="1"/>
          </p:cNvSpPr>
          <p:nvPr/>
        </p:nvSpPr>
        <p:spPr>
          <a:xfrm>
            <a:off x="8953500" y="3200400"/>
            <a:ext cx="2095500" cy="419100"/>
          </a:xfrm>
          <a:prstGeom prst="rect">
            <a:avLst/>
          </a:prstGeom>
          <a:noFill/>
          <a:ln w="0">
            <a:noFill/>
          </a:ln>
        </p:spPr>
        <p:txBody>
          <a:bodyPr wrap="square" lIns="0" tIns="0" rIns="0" bIns="0" anchor="t">
            <a:normAutofit/>
          </a:bodyPr>
          <a:lstStyle/>
          <a:p>
            <a:pPr algn="l">
              <a:lnSpc>
                <a:spcPct val="100000"/>
              </a:lnSpc>
              <a:buNone/>
              <a:defRPr sz="2175" b="1" i="0">
                <a:solidFill>
                  <a:srgbClr val="181D20"/>
                </a:solidFill>
                <a:latin typeface="Times New Roman" panose="02020603050405020304"/>
                <a:ea typeface="Times New Roman" panose="02020603050405020304"/>
                <a:cs typeface="Times New Roman" panose="02020603050405020304"/>
              </a:defRPr>
            </a:pPr>
            <a:r>
              <a:rPr sz="2175" b="1" i="0">
                <a:solidFill>
                  <a:srgbClr val="181D20"/>
                </a:solidFill>
                <a:latin typeface="Times New Roman" panose="02020603050405020304"/>
                <a:ea typeface="Times New Roman" panose="02020603050405020304"/>
                <a:cs typeface="Times New Roman" panose="02020603050405020304"/>
              </a:rPr>
              <a:t>Squat</a:t>
            </a:r>
            <a:endParaRPr sz="2175" b="1" i="0">
              <a:solidFill>
                <a:srgbClr val="181D20"/>
              </a:solidFill>
              <a:latin typeface="Times New Roman" panose="02020603050405020304"/>
              <a:ea typeface="Times New Roman" panose="02020603050405020304"/>
              <a:cs typeface="Times New Roman" panose="02020603050405020304"/>
            </a:endParaRPr>
          </a:p>
        </p:txBody>
      </p:sp>
      <p:sp>
        <p:nvSpPr>
          <p:cNvPr id="12" name="直接连接符 11"/>
          <p:cNvSpPr>
            <a:spLocks noGrp="1"/>
          </p:cNvSpPr>
          <p:nvPr/>
        </p:nvSpPr>
        <p:spPr>
          <a:xfrm>
            <a:off x="6572250" y="3952875"/>
            <a:ext cx="4619625" cy="0"/>
          </a:xfrm>
          <a:prstGeom prst="line">
            <a:avLst/>
          </a:prstGeom>
          <a:noFill/>
          <a:ln w="19050">
            <a:solidFill>
              <a:srgbClr val="D1D8D5"/>
            </a:solidFill>
            <a:prstDash val="solid"/>
          </a:ln>
        </p:spPr>
      </p:sp>
      <p:sp>
        <p:nvSpPr>
          <p:cNvPr id="13" name="矩形 12"/>
          <p:cNvSpPr>
            <a:spLocks noGrp="1"/>
          </p:cNvSpPr>
          <p:nvPr/>
        </p:nvSpPr>
        <p:spPr>
          <a:xfrm>
            <a:off x="6572250" y="4295775"/>
            <a:ext cx="2095500" cy="514350"/>
          </a:xfrm>
          <a:prstGeom prst="rect">
            <a:avLst/>
          </a:prstGeom>
          <a:noFill/>
          <a:ln w="0">
            <a:noFill/>
          </a:ln>
        </p:spPr>
        <p:txBody>
          <a:bodyPr wrap="square" lIns="0" tIns="0" rIns="0" bIns="0" anchor="t">
            <a:normAutofit/>
          </a:bodyPr>
          <a:lstStyle/>
          <a:p>
            <a:pPr algn="l">
              <a:lnSpc>
                <a:spcPct val="100000"/>
              </a:lnSpc>
              <a:buNone/>
              <a:defRPr sz="2625" b="1" i="0">
                <a:solidFill>
                  <a:srgbClr val="EA6B36"/>
                </a:solidFill>
                <a:latin typeface="Times New Roman" panose="02020603050405020304"/>
                <a:ea typeface="Times New Roman" panose="02020603050405020304"/>
                <a:cs typeface="Times New Roman" panose="02020603050405020304"/>
              </a:defRPr>
            </a:pPr>
            <a:r>
              <a:rPr sz="2625" b="1" i="0">
                <a:solidFill>
                  <a:srgbClr val="EA6B36"/>
                </a:solidFill>
                <a:latin typeface="Times New Roman" panose="02020603050405020304"/>
                <a:ea typeface="Times New Roman" panose="02020603050405020304"/>
                <a:cs typeface="Times New Roman" panose="02020603050405020304"/>
              </a:rPr>
              <a:t>L2 + B</a:t>
            </a:r>
            <a:endParaRPr sz="2625" b="1" i="0">
              <a:solidFill>
                <a:srgbClr val="EA6B36"/>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nvSpPr>
        <p:spPr>
          <a:xfrm>
            <a:off x="8953500" y="4362450"/>
            <a:ext cx="2238375" cy="419100"/>
          </a:xfrm>
          <a:prstGeom prst="rect">
            <a:avLst/>
          </a:prstGeom>
          <a:noFill/>
          <a:ln w="0">
            <a:noFill/>
          </a:ln>
        </p:spPr>
        <p:txBody>
          <a:bodyPr wrap="square" lIns="0" tIns="0" rIns="0" bIns="0" anchor="t">
            <a:normAutofit/>
          </a:bodyPr>
          <a:lstStyle/>
          <a:p>
            <a:pPr algn="l">
              <a:lnSpc>
                <a:spcPct val="100000"/>
              </a:lnSpc>
              <a:buNone/>
              <a:defRPr sz="2175" b="1" i="0">
                <a:solidFill>
                  <a:srgbClr val="181D20"/>
                </a:solidFill>
                <a:latin typeface="Times New Roman" panose="02020603050405020304"/>
                <a:ea typeface="Times New Roman" panose="02020603050405020304"/>
                <a:cs typeface="Times New Roman" panose="02020603050405020304"/>
              </a:defRPr>
            </a:pPr>
            <a:r>
              <a:rPr sz="2175" b="1" i="0">
                <a:solidFill>
                  <a:srgbClr val="181D20"/>
                </a:solidFill>
                <a:latin typeface="Times New Roman" panose="02020603050405020304"/>
                <a:ea typeface="Times New Roman" panose="02020603050405020304"/>
                <a:cs typeface="Times New Roman" panose="02020603050405020304"/>
              </a:rPr>
              <a:t>Damping mode</a:t>
            </a:r>
            <a:endParaRPr sz="2175" b="1" i="0">
              <a:solidFill>
                <a:srgbClr val="181D20"/>
              </a:solidFill>
              <a:latin typeface="Times New Roman" panose="02020603050405020304"/>
              <a:ea typeface="Times New Roman" panose="02020603050405020304"/>
              <a:cs typeface="Times New Roman" panose="02020603050405020304"/>
            </a:endParaRPr>
          </a:p>
        </p:txBody>
      </p:sp>
      <p:sp>
        <p:nvSpPr>
          <p:cNvPr id="15" name="矩形 14"/>
          <p:cNvSpPr>
            <a:spLocks noGrp="1"/>
          </p:cNvSpPr>
          <p:nvPr/>
        </p:nvSpPr>
        <p:spPr>
          <a:xfrm>
            <a:off x="6572250" y="5295900"/>
            <a:ext cx="76200" cy="742950"/>
          </a:xfrm>
          <a:prstGeom prst="rect">
            <a:avLst/>
          </a:prstGeom>
          <a:solidFill>
            <a:srgbClr val="B64136"/>
          </a:solidFill>
          <a:ln w="0">
            <a:noFill/>
            <a:prstDash val="solid"/>
          </a:ln>
        </p:spPr>
      </p:sp>
      <p:sp>
        <p:nvSpPr>
          <p:cNvPr id="16" name="矩形 15"/>
          <p:cNvSpPr>
            <a:spLocks noGrp="1"/>
          </p:cNvSpPr>
          <p:nvPr/>
        </p:nvSpPr>
        <p:spPr>
          <a:xfrm>
            <a:off x="6838950" y="5295900"/>
            <a:ext cx="4333875" cy="762000"/>
          </a:xfrm>
          <a:prstGeom prst="rect">
            <a:avLst/>
          </a:prstGeom>
          <a:noFill/>
          <a:ln w="0">
            <a:noFill/>
          </a:ln>
        </p:spPr>
        <p:txBody>
          <a:bodyPr wrap="square" lIns="0" tIns="0" rIns="0" bIns="0" anchor="t">
            <a:normAutofit/>
          </a:bodyPr>
          <a:lstStyle/>
          <a:p>
            <a:pPr algn="l">
              <a:lnSpc>
                <a:spcPct val="100000"/>
              </a:lnSpc>
              <a:buNone/>
              <a:defRPr sz="1650" b="1" i="0">
                <a:solidFill>
                  <a:srgbClr val="B64136"/>
                </a:solidFill>
                <a:latin typeface="Times New Roman" panose="02020603050405020304"/>
                <a:ea typeface="Times New Roman" panose="02020603050405020304"/>
                <a:cs typeface="Times New Roman" panose="02020603050405020304"/>
              </a:defRPr>
            </a:pPr>
            <a:r>
              <a:rPr sz="1650" b="1" i="0">
                <a:solidFill>
                  <a:srgbClr val="B64136"/>
                </a:solidFill>
                <a:latin typeface="Times New Roman" panose="02020603050405020304"/>
                <a:ea typeface="Times New Roman" panose="02020603050405020304"/>
                <a:cs typeface="Times New Roman" panose="02020603050405020304"/>
              </a:rPr>
              <a:t>Use damping mode only when the robot is supported and ready to be laid down.</a:t>
            </a:r>
            <a:endParaRPr sz="1650" b="1" i="0">
              <a:solidFill>
                <a:srgbClr val="B64136"/>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4"/>
        </a:solidFill>
        <a:effectLst/>
      </p:bgPr>
    </p:bg>
    <p:spTree>
      <p:nvGrpSpPr>
        <p:cNvPr id="1" name=""/>
        <p:cNvGrpSpPr/>
        <p:nvPr/>
      </p:nvGrpSpPr>
      <p:grpSpPr/>
      <p:sp>
        <p:nvSpPr>
          <p:cNvPr id="24" name="矩形 23"/>
          <p:cNvSpPr>
            <a:spLocks noGrp="1"/>
          </p:cNvSpPr>
          <p:nvPr/>
        </p:nvSpPr>
        <p:spPr>
          <a:xfrm>
            <a:off x="704850" y="400050"/>
            <a:ext cx="4572000" cy="228600"/>
          </a:xfrm>
          <a:prstGeom prst="rect">
            <a:avLst/>
          </a:prstGeom>
          <a:noFill/>
          <a:ln w="0">
            <a:noFill/>
          </a:ln>
        </p:spPr>
        <p:txBody>
          <a:bodyPr wrap="square" lIns="0" tIns="0" rIns="0" bIns="0" anchor="t">
            <a:normAutofit/>
          </a:bodyPr>
          <a:lstStyle/>
          <a:p>
            <a:pPr algn="l">
              <a:lnSpc>
                <a:spcPct val="100000"/>
              </a:lnSpc>
              <a:buNone/>
              <a:defRPr sz="1275" b="1" i="0">
                <a:solidFill>
                  <a:srgbClr val="147C78"/>
                </a:solidFill>
                <a:latin typeface="Times New Roman" panose="02020603050405020304"/>
                <a:ea typeface="Times New Roman" panose="02020603050405020304"/>
                <a:cs typeface="Times New Roman" panose="02020603050405020304"/>
              </a:defRPr>
            </a:pPr>
            <a:r>
              <a:rPr sz="1275" b="1" i="0">
                <a:solidFill>
                  <a:srgbClr val="147C78"/>
                </a:solidFill>
                <a:latin typeface="Times New Roman" panose="02020603050405020304"/>
                <a:ea typeface="Times New Roman" panose="02020603050405020304"/>
                <a:cs typeface="Times New Roman" panose="02020603050405020304"/>
              </a:rPr>
              <a:t>POWER-OFF SEQUENCE</a:t>
            </a:r>
            <a:endParaRPr sz="1275" b="1" i="0">
              <a:solidFill>
                <a:srgbClr val="147C78"/>
              </a:solidFill>
              <a:latin typeface="Times New Roman" panose="02020603050405020304"/>
              <a:ea typeface="Times New Roman" panose="02020603050405020304"/>
              <a:cs typeface="Times New Roman" panose="02020603050405020304"/>
            </a:endParaRPr>
          </a:p>
        </p:txBody>
      </p:sp>
      <p:sp>
        <p:nvSpPr>
          <p:cNvPr id="2" name="矩形 1"/>
          <p:cNvSpPr>
            <a:spLocks noGrp="1"/>
          </p:cNvSpPr>
          <p:nvPr/>
        </p:nvSpPr>
        <p:spPr>
          <a:xfrm>
            <a:off x="704850" y="723900"/>
            <a:ext cx="10763250" cy="590550"/>
          </a:xfrm>
          <a:prstGeom prst="rect">
            <a:avLst/>
          </a:prstGeom>
          <a:noFill/>
          <a:ln w="0">
            <a:noFill/>
          </a:ln>
        </p:spPr>
        <p:txBody>
          <a:bodyPr wrap="square" lIns="0" tIns="0" rIns="0" bIns="0" anchor="t">
            <a:normAutofit/>
          </a:bodyPr>
          <a:lstStyle/>
          <a:p>
            <a:pPr algn="l">
              <a:lnSpc>
                <a:spcPct val="100000"/>
              </a:lnSpc>
              <a:buNone/>
              <a:defRPr sz="3075" b="1" i="0">
                <a:solidFill>
                  <a:srgbClr val="181D20"/>
                </a:solidFill>
                <a:latin typeface="Times New Roman" panose="02020603050405020304"/>
                <a:ea typeface="Times New Roman" panose="02020603050405020304"/>
                <a:cs typeface="Times New Roman" panose="02020603050405020304"/>
              </a:defRPr>
            </a:pPr>
            <a:r>
              <a:rPr sz="3075" b="1" i="0">
                <a:solidFill>
                  <a:srgbClr val="181D20"/>
                </a:solidFill>
                <a:latin typeface="Times New Roman" panose="02020603050405020304"/>
                <a:ea typeface="Times New Roman" panose="02020603050405020304"/>
                <a:cs typeface="Times New Roman" panose="02020603050405020304"/>
              </a:rPr>
              <a:t>Shutdown and lay-down</a:t>
            </a:r>
            <a:endParaRPr sz="3075" b="1" i="0">
              <a:solidFill>
                <a:srgbClr val="181D20"/>
              </a:solidFill>
              <a:latin typeface="Times New Roman" panose="02020603050405020304"/>
              <a:ea typeface="Times New Roman" panose="02020603050405020304"/>
              <a:cs typeface="Times New Roman" panose="02020603050405020304"/>
            </a:endParaRPr>
          </a:p>
        </p:txBody>
      </p:sp>
      <p:sp>
        <p:nvSpPr>
          <p:cNvPr id="3" name="矩形 2"/>
          <p:cNvSpPr>
            <a:spLocks noGrp="1"/>
          </p:cNvSpPr>
          <p:nvPr/>
        </p:nvSpPr>
        <p:spPr>
          <a:xfrm>
            <a:off x="704850" y="1419225"/>
            <a:ext cx="609600" cy="47625"/>
          </a:xfrm>
          <a:prstGeom prst="rect">
            <a:avLst/>
          </a:prstGeom>
          <a:solidFill>
            <a:srgbClr val="EA6B36"/>
          </a:solidFill>
          <a:ln w="0">
            <a:noFill/>
            <a:prstDash val="solid"/>
          </a:ln>
        </p:spPr>
      </p:sp>
      <p:sp>
        <p:nvSpPr>
          <p:cNvPr id="4" name="矩形 3"/>
          <p:cNvSpPr>
            <a:spLocks noGrp="1"/>
          </p:cNvSpPr>
          <p:nvPr/>
        </p:nvSpPr>
        <p:spPr>
          <a:xfrm>
            <a:off x="800100" y="1790700"/>
            <a:ext cx="523875" cy="400050"/>
          </a:xfrm>
          <a:prstGeom prst="rect">
            <a:avLst/>
          </a:prstGeom>
          <a:noFill/>
          <a:ln w="0">
            <a:noFill/>
          </a:ln>
        </p:spPr>
        <p:txBody>
          <a:bodyPr wrap="square" lIns="0" tIns="0" rIns="0" bIns="0" anchor="t">
            <a:normAutofit/>
          </a:bodyPr>
          <a:lstStyle/>
          <a:p>
            <a:pPr algn="l">
              <a:lnSpc>
                <a:spcPct val="100000"/>
              </a:lnSpc>
              <a:buNone/>
              <a:defRPr sz="1800" b="1" i="0">
                <a:solidFill>
                  <a:srgbClr val="EA6B36"/>
                </a:solidFill>
                <a:latin typeface="Times New Roman" panose="02020603050405020304"/>
                <a:ea typeface="Times New Roman" panose="02020603050405020304"/>
                <a:cs typeface="Times New Roman" panose="02020603050405020304"/>
              </a:defRPr>
            </a:pPr>
            <a:r>
              <a:rPr sz="1800" b="1" i="0">
                <a:solidFill>
                  <a:srgbClr val="EA6B36"/>
                </a:solidFill>
                <a:latin typeface="Times New Roman" panose="02020603050405020304"/>
                <a:ea typeface="Times New Roman" panose="02020603050405020304"/>
                <a:cs typeface="Times New Roman" panose="02020603050405020304"/>
              </a:rPr>
              <a:t>01</a:t>
            </a:r>
            <a:endParaRPr sz="1800" b="1" i="0">
              <a:solidFill>
                <a:srgbClr val="EA6B36"/>
              </a:solidFill>
              <a:latin typeface="Times New Roman" panose="02020603050405020304"/>
              <a:ea typeface="Times New Roman" panose="02020603050405020304"/>
              <a:cs typeface="Times New Roman" panose="02020603050405020304"/>
            </a:endParaRPr>
          </a:p>
        </p:txBody>
      </p:sp>
      <p:sp>
        <p:nvSpPr>
          <p:cNvPr id="5" name="矩形 4"/>
          <p:cNvSpPr>
            <a:spLocks noGrp="1"/>
          </p:cNvSpPr>
          <p:nvPr/>
        </p:nvSpPr>
        <p:spPr>
          <a:xfrm>
            <a:off x="1524000" y="1771650"/>
            <a:ext cx="3143250" cy="419100"/>
          </a:xfrm>
          <a:prstGeom prst="rect">
            <a:avLst/>
          </a:prstGeom>
          <a:noFill/>
          <a:ln w="0">
            <a:noFill/>
          </a:ln>
        </p:spPr>
        <p:txBody>
          <a:bodyPr wrap="square" lIns="0" tIns="0" rIns="0" bIns="0" anchor="t">
            <a:normAutofit/>
          </a:bodyPr>
          <a:lstStyle/>
          <a:p>
            <a:pPr algn="l">
              <a:lnSpc>
                <a:spcPct val="100000"/>
              </a:lnSpc>
              <a:buNone/>
              <a:defRPr sz="2025" b="1" i="0">
                <a:solidFill>
                  <a:srgbClr val="181D20"/>
                </a:solidFill>
                <a:latin typeface="Times New Roman" panose="02020603050405020304"/>
                <a:ea typeface="Times New Roman" panose="02020603050405020304"/>
                <a:cs typeface="Times New Roman" panose="02020603050405020304"/>
              </a:defRPr>
            </a:pPr>
            <a:r>
              <a:rPr sz="2025" b="1" i="0">
                <a:solidFill>
                  <a:srgbClr val="181D20"/>
                </a:solidFill>
                <a:latin typeface="Times New Roman" panose="02020603050405020304"/>
                <a:ea typeface="Times New Roman" panose="02020603050405020304"/>
                <a:cs typeface="Times New Roman" panose="02020603050405020304"/>
              </a:rPr>
              <a:t>Stop movement</a:t>
            </a:r>
            <a:endParaRPr sz="2025" b="1" i="0">
              <a:solidFill>
                <a:srgbClr val="181D20"/>
              </a:solidFill>
              <a:latin typeface="Times New Roman" panose="02020603050405020304"/>
              <a:ea typeface="Times New Roman" panose="02020603050405020304"/>
              <a:cs typeface="Times New Roman" panose="02020603050405020304"/>
            </a:endParaRPr>
          </a:p>
        </p:txBody>
      </p:sp>
      <p:sp>
        <p:nvSpPr>
          <p:cNvPr id="6" name="矩形 5"/>
          <p:cNvSpPr>
            <a:spLocks noGrp="1"/>
          </p:cNvSpPr>
          <p:nvPr/>
        </p:nvSpPr>
        <p:spPr>
          <a:xfrm>
            <a:off x="4857750" y="1800225"/>
            <a:ext cx="6381750" cy="49530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Wait until the robot is stable.</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7" name="直接连接符 6"/>
          <p:cNvSpPr>
            <a:spLocks noGrp="1"/>
          </p:cNvSpPr>
          <p:nvPr/>
        </p:nvSpPr>
        <p:spPr>
          <a:xfrm>
            <a:off x="1524000" y="2352675"/>
            <a:ext cx="9715500" cy="0"/>
          </a:xfrm>
          <a:prstGeom prst="line">
            <a:avLst/>
          </a:prstGeom>
          <a:noFill/>
          <a:ln w="19050">
            <a:solidFill>
              <a:srgbClr val="D1D8D5"/>
            </a:solidFill>
            <a:prstDash val="solid"/>
          </a:ln>
        </p:spPr>
      </p:sp>
      <p:sp>
        <p:nvSpPr>
          <p:cNvPr id="8" name="矩形 7"/>
          <p:cNvSpPr>
            <a:spLocks noGrp="1"/>
          </p:cNvSpPr>
          <p:nvPr/>
        </p:nvSpPr>
        <p:spPr>
          <a:xfrm>
            <a:off x="800100" y="2628900"/>
            <a:ext cx="523875" cy="400050"/>
          </a:xfrm>
          <a:prstGeom prst="rect">
            <a:avLst/>
          </a:prstGeom>
          <a:noFill/>
          <a:ln w="0">
            <a:noFill/>
          </a:ln>
        </p:spPr>
        <p:txBody>
          <a:bodyPr wrap="square" lIns="0" tIns="0" rIns="0" bIns="0" anchor="t">
            <a:normAutofit/>
          </a:bodyPr>
          <a:lstStyle/>
          <a:p>
            <a:pPr algn="l">
              <a:lnSpc>
                <a:spcPct val="100000"/>
              </a:lnSpc>
              <a:buNone/>
              <a:defRPr sz="1800" b="1" i="0">
                <a:solidFill>
                  <a:srgbClr val="EA6B36"/>
                </a:solidFill>
                <a:latin typeface="Times New Roman" panose="02020603050405020304"/>
                <a:ea typeface="Times New Roman" panose="02020603050405020304"/>
                <a:cs typeface="Times New Roman" panose="02020603050405020304"/>
              </a:defRPr>
            </a:pPr>
            <a:r>
              <a:rPr sz="1800" b="1" i="0">
                <a:solidFill>
                  <a:srgbClr val="EA6B36"/>
                </a:solidFill>
                <a:latin typeface="Times New Roman" panose="02020603050405020304"/>
                <a:ea typeface="Times New Roman" panose="02020603050405020304"/>
                <a:cs typeface="Times New Roman" panose="02020603050405020304"/>
              </a:rPr>
              <a:t>02</a:t>
            </a:r>
            <a:endParaRPr sz="1800" b="1" i="0">
              <a:solidFill>
                <a:srgbClr val="EA6B36"/>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1524000" y="2609850"/>
            <a:ext cx="3143250" cy="419100"/>
          </a:xfrm>
          <a:prstGeom prst="rect">
            <a:avLst/>
          </a:prstGeom>
          <a:noFill/>
          <a:ln w="0">
            <a:noFill/>
          </a:ln>
        </p:spPr>
        <p:txBody>
          <a:bodyPr wrap="square" lIns="0" tIns="0" rIns="0" bIns="0" anchor="t">
            <a:normAutofit/>
          </a:bodyPr>
          <a:lstStyle/>
          <a:p>
            <a:pPr algn="l">
              <a:lnSpc>
                <a:spcPct val="100000"/>
              </a:lnSpc>
              <a:buNone/>
              <a:defRPr sz="2025" b="1" i="0">
                <a:solidFill>
                  <a:srgbClr val="181D20"/>
                </a:solidFill>
                <a:latin typeface="Times New Roman" panose="02020603050405020304"/>
                <a:ea typeface="Times New Roman" panose="02020603050405020304"/>
                <a:cs typeface="Times New Roman" panose="02020603050405020304"/>
              </a:defRPr>
            </a:pPr>
            <a:r>
              <a:rPr sz="2025" b="1" i="0">
                <a:solidFill>
                  <a:srgbClr val="181D20"/>
                </a:solidFill>
                <a:latin typeface="Times New Roman" panose="02020603050405020304"/>
                <a:ea typeface="Times New Roman" panose="02020603050405020304"/>
                <a:cs typeface="Times New Roman" panose="02020603050405020304"/>
              </a:rPr>
              <a:t>Squat</a:t>
            </a:r>
            <a:endParaRPr sz="2025" b="1" i="0">
              <a:solidFill>
                <a:srgbClr val="181D20"/>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4857750" y="2638425"/>
            <a:ext cx="6381750" cy="49530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Use L2 + A.</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11" name="直接连接符 10"/>
          <p:cNvSpPr>
            <a:spLocks noGrp="1"/>
          </p:cNvSpPr>
          <p:nvPr/>
        </p:nvSpPr>
        <p:spPr>
          <a:xfrm>
            <a:off x="1524000" y="3190875"/>
            <a:ext cx="9715500" cy="0"/>
          </a:xfrm>
          <a:prstGeom prst="line">
            <a:avLst/>
          </a:prstGeom>
          <a:noFill/>
          <a:ln w="19050">
            <a:solidFill>
              <a:srgbClr val="D1D8D5"/>
            </a:solidFill>
            <a:prstDash val="solid"/>
          </a:ln>
        </p:spPr>
      </p:sp>
      <p:sp>
        <p:nvSpPr>
          <p:cNvPr id="12" name="矩形 11"/>
          <p:cNvSpPr>
            <a:spLocks noGrp="1"/>
          </p:cNvSpPr>
          <p:nvPr/>
        </p:nvSpPr>
        <p:spPr>
          <a:xfrm>
            <a:off x="800100" y="3467100"/>
            <a:ext cx="523875" cy="400050"/>
          </a:xfrm>
          <a:prstGeom prst="rect">
            <a:avLst/>
          </a:prstGeom>
          <a:noFill/>
          <a:ln w="0">
            <a:noFill/>
          </a:ln>
        </p:spPr>
        <p:txBody>
          <a:bodyPr wrap="square" lIns="0" tIns="0" rIns="0" bIns="0" anchor="t">
            <a:normAutofit/>
          </a:bodyPr>
          <a:lstStyle/>
          <a:p>
            <a:pPr algn="l">
              <a:lnSpc>
                <a:spcPct val="100000"/>
              </a:lnSpc>
              <a:buNone/>
              <a:defRPr sz="1800" b="1" i="0">
                <a:solidFill>
                  <a:srgbClr val="147C78"/>
                </a:solidFill>
                <a:latin typeface="Times New Roman" panose="02020603050405020304"/>
                <a:ea typeface="Times New Roman" panose="02020603050405020304"/>
                <a:cs typeface="Times New Roman" panose="02020603050405020304"/>
              </a:defRPr>
            </a:pPr>
            <a:r>
              <a:rPr sz="1800" b="1" i="0">
                <a:solidFill>
                  <a:srgbClr val="147C78"/>
                </a:solidFill>
                <a:latin typeface="Times New Roman" panose="02020603050405020304"/>
                <a:ea typeface="Times New Roman" panose="02020603050405020304"/>
                <a:cs typeface="Times New Roman" panose="02020603050405020304"/>
              </a:rPr>
              <a:t>03</a:t>
            </a:r>
            <a:endParaRPr sz="1800" b="1" i="0">
              <a:solidFill>
                <a:srgbClr val="147C78"/>
              </a:solidFill>
              <a:latin typeface="Times New Roman" panose="02020603050405020304"/>
              <a:ea typeface="Times New Roman" panose="02020603050405020304"/>
              <a:cs typeface="Times New Roman" panose="02020603050405020304"/>
            </a:endParaRPr>
          </a:p>
        </p:txBody>
      </p:sp>
      <p:sp>
        <p:nvSpPr>
          <p:cNvPr id="13" name="矩形 12"/>
          <p:cNvSpPr>
            <a:spLocks noGrp="1"/>
          </p:cNvSpPr>
          <p:nvPr/>
        </p:nvSpPr>
        <p:spPr>
          <a:xfrm>
            <a:off x="1524000" y="3448050"/>
            <a:ext cx="3143250" cy="419100"/>
          </a:xfrm>
          <a:prstGeom prst="rect">
            <a:avLst/>
          </a:prstGeom>
          <a:noFill/>
          <a:ln w="0">
            <a:noFill/>
          </a:ln>
        </p:spPr>
        <p:txBody>
          <a:bodyPr wrap="square" lIns="0" tIns="0" rIns="0" bIns="0" anchor="t">
            <a:normAutofit/>
          </a:bodyPr>
          <a:lstStyle/>
          <a:p>
            <a:pPr algn="l">
              <a:lnSpc>
                <a:spcPct val="100000"/>
              </a:lnSpc>
              <a:buNone/>
              <a:defRPr sz="2025" b="1" i="0">
                <a:solidFill>
                  <a:srgbClr val="181D20"/>
                </a:solidFill>
                <a:latin typeface="Times New Roman" panose="02020603050405020304"/>
                <a:ea typeface="Times New Roman" panose="02020603050405020304"/>
                <a:cs typeface="Times New Roman" panose="02020603050405020304"/>
              </a:defRPr>
            </a:pPr>
            <a:r>
              <a:rPr sz="2025" b="1" i="0">
                <a:solidFill>
                  <a:srgbClr val="181D20"/>
                </a:solidFill>
                <a:latin typeface="Times New Roman" panose="02020603050405020304"/>
                <a:ea typeface="Times New Roman" panose="02020603050405020304"/>
                <a:cs typeface="Times New Roman" panose="02020603050405020304"/>
              </a:rPr>
              <a:t>Support and lay down</a:t>
            </a:r>
            <a:endParaRPr sz="2025" b="1" i="0">
              <a:solidFill>
                <a:srgbClr val="181D20"/>
              </a:solidFill>
              <a:latin typeface="Times New Roman" panose="02020603050405020304"/>
              <a:ea typeface="Times New Roman" panose="02020603050405020304"/>
              <a:cs typeface="Times New Roman" panose="02020603050405020304"/>
            </a:endParaRPr>
          </a:p>
        </p:txBody>
      </p:sp>
      <p:sp>
        <p:nvSpPr>
          <p:cNvPr id="14" name="矩形 13"/>
          <p:cNvSpPr>
            <a:spLocks noGrp="1"/>
          </p:cNvSpPr>
          <p:nvPr/>
        </p:nvSpPr>
        <p:spPr>
          <a:xfrm>
            <a:off x="4857750" y="3476625"/>
            <a:ext cx="6381750" cy="49530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Guide the robot to a face-up position.</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15" name="直接连接符 14"/>
          <p:cNvSpPr>
            <a:spLocks noGrp="1"/>
          </p:cNvSpPr>
          <p:nvPr/>
        </p:nvSpPr>
        <p:spPr>
          <a:xfrm>
            <a:off x="1524000" y="4029075"/>
            <a:ext cx="9715500" cy="0"/>
          </a:xfrm>
          <a:prstGeom prst="line">
            <a:avLst/>
          </a:prstGeom>
          <a:noFill/>
          <a:ln w="19050">
            <a:solidFill>
              <a:srgbClr val="D1D8D5"/>
            </a:solidFill>
            <a:prstDash val="solid"/>
          </a:ln>
        </p:spPr>
      </p:sp>
      <p:sp>
        <p:nvSpPr>
          <p:cNvPr id="16" name="矩形 15"/>
          <p:cNvSpPr>
            <a:spLocks noGrp="1"/>
          </p:cNvSpPr>
          <p:nvPr/>
        </p:nvSpPr>
        <p:spPr>
          <a:xfrm>
            <a:off x="800100" y="4305300"/>
            <a:ext cx="523875" cy="400050"/>
          </a:xfrm>
          <a:prstGeom prst="rect">
            <a:avLst/>
          </a:prstGeom>
          <a:noFill/>
          <a:ln w="0">
            <a:noFill/>
          </a:ln>
        </p:spPr>
        <p:txBody>
          <a:bodyPr wrap="square" lIns="0" tIns="0" rIns="0" bIns="0" anchor="t">
            <a:normAutofit/>
          </a:bodyPr>
          <a:lstStyle/>
          <a:p>
            <a:pPr algn="l">
              <a:lnSpc>
                <a:spcPct val="100000"/>
              </a:lnSpc>
              <a:buNone/>
              <a:defRPr sz="1800" b="1" i="0">
                <a:solidFill>
                  <a:srgbClr val="147C78"/>
                </a:solidFill>
                <a:latin typeface="Times New Roman" panose="02020603050405020304"/>
                <a:ea typeface="Times New Roman" panose="02020603050405020304"/>
                <a:cs typeface="Times New Roman" panose="02020603050405020304"/>
              </a:defRPr>
            </a:pPr>
            <a:r>
              <a:rPr sz="1800" b="1" i="0">
                <a:solidFill>
                  <a:srgbClr val="147C78"/>
                </a:solidFill>
                <a:latin typeface="Times New Roman" panose="02020603050405020304"/>
                <a:ea typeface="Times New Roman" panose="02020603050405020304"/>
                <a:cs typeface="Times New Roman" panose="02020603050405020304"/>
              </a:rPr>
              <a:t>04</a:t>
            </a:r>
            <a:endParaRPr sz="1800" b="1" i="0">
              <a:solidFill>
                <a:srgbClr val="147C78"/>
              </a:solidFill>
              <a:latin typeface="Times New Roman" panose="02020603050405020304"/>
              <a:ea typeface="Times New Roman" panose="02020603050405020304"/>
              <a:cs typeface="Times New Roman" panose="02020603050405020304"/>
            </a:endParaRPr>
          </a:p>
        </p:txBody>
      </p:sp>
      <p:sp>
        <p:nvSpPr>
          <p:cNvPr id="17" name="矩形 16"/>
          <p:cNvSpPr>
            <a:spLocks noGrp="1"/>
          </p:cNvSpPr>
          <p:nvPr/>
        </p:nvSpPr>
        <p:spPr>
          <a:xfrm>
            <a:off x="1524000" y="4286250"/>
            <a:ext cx="3143250" cy="419100"/>
          </a:xfrm>
          <a:prstGeom prst="rect">
            <a:avLst/>
          </a:prstGeom>
          <a:noFill/>
          <a:ln w="0">
            <a:noFill/>
          </a:ln>
        </p:spPr>
        <p:txBody>
          <a:bodyPr wrap="square" lIns="0" tIns="0" rIns="0" bIns="0" anchor="t">
            <a:normAutofit/>
          </a:bodyPr>
          <a:lstStyle/>
          <a:p>
            <a:pPr algn="l">
              <a:lnSpc>
                <a:spcPct val="100000"/>
              </a:lnSpc>
              <a:buNone/>
              <a:defRPr sz="2025" b="1" i="0">
                <a:solidFill>
                  <a:srgbClr val="181D20"/>
                </a:solidFill>
                <a:latin typeface="Times New Roman" panose="02020603050405020304"/>
                <a:ea typeface="Times New Roman" panose="02020603050405020304"/>
                <a:cs typeface="Times New Roman" panose="02020603050405020304"/>
              </a:defRPr>
            </a:pPr>
            <a:r>
              <a:rPr sz="2025" b="1" i="0">
                <a:solidFill>
                  <a:srgbClr val="181D20"/>
                </a:solidFill>
                <a:latin typeface="Times New Roman" panose="02020603050405020304"/>
                <a:ea typeface="Times New Roman" panose="02020603050405020304"/>
                <a:cs typeface="Times New Roman" panose="02020603050405020304"/>
              </a:rPr>
              <a:t>Damping mode</a:t>
            </a:r>
            <a:endParaRPr sz="2025" b="1" i="0">
              <a:solidFill>
                <a:srgbClr val="181D20"/>
              </a:solidFill>
              <a:latin typeface="Times New Roman" panose="02020603050405020304"/>
              <a:ea typeface="Times New Roman" panose="02020603050405020304"/>
              <a:cs typeface="Times New Roman" panose="02020603050405020304"/>
            </a:endParaRPr>
          </a:p>
        </p:txBody>
      </p:sp>
      <p:sp>
        <p:nvSpPr>
          <p:cNvPr id="18" name="矩形 17"/>
          <p:cNvSpPr>
            <a:spLocks noGrp="1"/>
          </p:cNvSpPr>
          <p:nvPr/>
        </p:nvSpPr>
        <p:spPr>
          <a:xfrm>
            <a:off x="4857750" y="4314825"/>
            <a:ext cx="6381750" cy="49530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Use L2 + B only after the robot is supported.</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19" name="直接连接符 18"/>
          <p:cNvSpPr>
            <a:spLocks noGrp="1"/>
          </p:cNvSpPr>
          <p:nvPr/>
        </p:nvSpPr>
        <p:spPr>
          <a:xfrm>
            <a:off x="1524000" y="4867275"/>
            <a:ext cx="9715500" cy="0"/>
          </a:xfrm>
          <a:prstGeom prst="line">
            <a:avLst/>
          </a:prstGeom>
          <a:noFill/>
          <a:ln w="19050">
            <a:solidFill>
              <a:srgbClr val="D1D8D5"/>
            </a:solidFill>
            <a:prstDash val="solid"/>
          </a:ln>
        </p:spPr>
      </p:sp>
      <p:sp>
        <p:nvSpPr>
          <p:cNvPr id="20" name="矩形 19"/>
          <p:cNvSpPr>
            <a:spLocks noGrp="1"/>
          </p:cNvSpPr>
          <p:nvPr/>
        </p:nvSpPr>
        <p:spPr>
          <a:xfrm>
            <a:off x="800100" y="5143500"/>
            <a:ext cx="523875" cy="400050"/>
          </a:xfrm>
          <a:prstGeom prst="rect">
            <a:avLst/>
          </a:prstGeom>
          <a:noFill/>
          <a:ln w="0">
            <a:noFill/>
          </a:ln>
        </p:spPr>
        <p:txBody>
          <a:bodyPr wrap="square" lIns="0" tIns="0" rIns="0" bIns="0" anchor="t">
            <a:normAutofit/>
          </a:bodyPr>
          <a:lstStyle/>
          <a:p>
            <a:pPr algn="l">
              <a:lnSpc>
                <a:spcPct val="100000"/>
              </a:lnSpc>
              <a:buNone/>
              <a:defRPr sz="1800" b="1" i="0">
                <a:solidFill>
                  <a:srgbClr val="147C78"/>
                </a:solidFill>
                <a:latin typeface="Times New Roman" panose="02020603050405020304"/>
                <a:ea typeface="Times New Roman" panose="02020603050405020304"/>
                <a:cs typeface="Times New Roman" panose="02020603050405020304"/>
              </a:defRPr>
            </a:pPr>
            <a:r>
              <a:rPr sz="1800" b="1" i="0">
                <a:solidFill>
                  <a:srgbClr val="147C78"/>
                </a:solidFill>
                <a:latin typeface="Times New Roman" panose="02020603050405020304"/>
                <a:ea typeface="Times New Roman" panose="02020603050405020304"/>
                <a:cs typeface="Times New Roman" panose="02020603050405020304"/>
              </a:rPr>
              <a:t>05</a:t>
            </a:r>
            <a:endParaRPr sz="1800" b="1" i="0">
              <a:solidFill>
                <a:srgbClr val="147C78"/>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1524000" y="5124450"/>
            <a:ext cx="3143250" cy="419100"/>
          </a:xfrm>
          <a:prstGeom prst="rect">
            <a:avLst/>
          </a:prstGeom>
          <a:noFill/>
          <a:ln w="0">
            <a:noFill/>
          </a:ln>
        </p:spPr>
        <p:txBody>
          <a:bodyPr wrap="square" lIns="0" tIns="0" rIns="0" bIns="0" anchor="t">
            <a:normAutofit/>
          </a:bodyPr>
          <a:lstStyle/>
          <a:p>
            <a:pPr algn="l">
              <a:lnSpc>
                <a:spcPct val="100000"/>
              </a:lnSpc>
              <a:buNone/>
              <a:defRPr sz="2025" b="1" i="0">
                <a:solidFill>
                  <a:srgbClr val="181D20"/>
                </a:solidFill>
                <a:latin typeface="Times New Roman" panose="02020603050405020304"/>
                <a:ea typeface="Times New Roman" panose="02020603050405020304"/>
                <a:cs typeface="Times New Roman" panose="02020603050405020304"/>
              </a:defRPr>
            </a:pPr>
            <a:r>
              <a:rPr sz="2025" b="1" i="0">
                <a:solidFill>
                  <a:srgbClr val="181D20"/>
                </a:solidFill>
                <a:latin typeface="Times New Roman" panose="02020603050405020304"/>
                <a:ea typeface="Times New Roman" panose="02020603050405020304"/>
                <a:cs typeface="Times New Roman" panose="02020603050405020304"/>
              </a:rPr>
              <a:t>Power off</a:t>
            </a:r>
            <a:endParaRPr sz="2025" b="1" i="0">
              <a:solidFill>
                <a:srgbClr val="181D20"/>
              </a:solidFill>
              <a:latin typeface="Times New Roman" panose="02020603050405020304"/>
              <a:ea typeface="Times New Roman" panose="02020603050405020304"/>
              <a:cs typeface="Times New Roman" panose="02020603050405020304"/>
            </a:endParaRPr>
          </a:p>
        </p:txBody>
      </p:sp>
      <p:sp>
        <p:nvSpPr>
          <p:cNvPr id="22" name="矩形 21"/>
          <p:cNvSpPr>
            <a:spLocks noGrp="1"/>
          </p:cNvSpPr>
          <p:nvPr/>
        </p:nvSpPr>
        <p:spPr>
          <a:xfrm>
            <a:off x="4857750" y="5153025"/>
            <a:ext cx="6381750" cy="49530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Turn off the robot, then turn off the controller.</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23" name="矩形 22"/>
          <p:cNvSpPr>
            <a:spLocks noGrp="1"/>
          </p:cNvSpPr>
          <p:nvPr/>
        </p:nvSpPr>
        <p:spPr>
          <a:xfrm>
            <a:off x="1524000" y="6067425"/>
            <a:ext cx="9667875" cy="381000"/>
          </a:xfrm>
          <a:prstGeom prst="rect">
            <a:avLst/>
          </a:prstGeom>
          <a:noFill/>
          <a:ln w="0">
            <a:noFill/>
          </a:ln>
        </p:spPr>
        <p:txBody>
          <a:bodyPr wrap="square" lIns="0" tIns="0" rIns="0" bIns="0" anchor="t">
            <a:normAutofit/>
          </a:bodyPr>
          <a:lstStyle/>
          <a:p>
            <a:pPr algn="l">
              <a:lnSpc>
                <a:spcPct val="100000"/>
              </a:lnSpc>
              <a:buNone/>
              <a:defRPr sz="1725" b="1" i="0">
                <a:solidFill>
                  <a:srgbClr val="B64136"/>
                </a:solidFill>
                <a:latin typeface="Times New Roman" panose="02020603050405020304"/>
                <a:ea typeface="Times New Roman" panose="02020603050405020304"/>
                <a:cs typeface="Times New Roman" panose="02020603050405020304"/>
              </a:defRPr>
            </a:pPr>
            <a:r>
              <a:rPr sz="1725" b="1" i="0">
                <a:solidFill>
                  <a:srgbClr val="B64136"/>
                </a:solidFill>
                <a:latin typeface="Times New Roman" panose="02020603050405020304"/>
                <a:ea typeface="Times New Roman" panose="02020603050405020304"/>
                <a:cs typeface="Times New Roman" panose="02020603050405020304"/>
              </a:rPr>
              <a:t>Confirm that both devices are fully off before adjusting the packing pose.</a:t>
            </a:r>
            <a:endParaRPr sz="1725" b="1" i="0">
              <a:solidFill>
                <a:srgbClr val="B64136"/>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F4"/>
        </a:solidFill>
        <a:effectLst/>
      </p:bgPr>
    </p:bg>
    <p:spTree>
      <p:nvGrpSpPr>
        <p:cNvPr id="1" name=""/>
        <p:cNvGrpSpPr/>
        <p:nvPr/>
      </p:nvGrpSpPr>
      <p:grpSpPr/>
      <p:sp>
        <p:nvSpPr>
          <p:cNvPr id="13" name="矩形 12"/>
          <p:cNvSpPr>
            <a:spLocks noGrp="1"/>
          </p:cNvSpPr>
          <p:nvPr/>
        </p:nvSpPr>
        <p:spPr>
          <a:xfrm>
            <a:off x="704850" y="400050"/>
            <a:ext cx="4572000" cy="228600"/>
          </a:xfrm>
          <a:prstGeom prst="rect">
            <a:avLst/>
          </a:prstGeom>
          <a:noFill/>
          <a:ln w="0">
            <a:noFill/>
          </a:ln>
        </p:spPr>
        <p:txBody>
          <a:bodyPr wrap="square" lIns="0" tIns="0" rIns="0" bIns="0" anchor="t">
            <a:normAutofit/>
          </a:bodyPr>
          <a:lstStyle/>
          <a:p>
            <a:pPr algn="l">
              <a:lnSpc>
                <a:spcPct val="100000"/>
              </a:lnSpc>
              <a:buNone/>
              <a:defRPr sz="1275" b="1" i="0">
                <a:solidFill>
                  <a:srgbClr val="147C78"/>
                </a:solidFill>
                <a:latin typeface="Times New Roman" panose="02020603050405020304"/>
                <a:ea typeface="Times New Roman" panose="02020603050405020304"/>
                <a:cs typeface="Times New Roman" panose="02020603050405020304"/>
              </a:defRPr>
            </a:pPr>
            <a:r>
              <a:rPr sz="1275" b="1" i="0">
                <a:solidFill>
                  <a:srgbClr val="147C78"/>
                </a:solidFill>
                <a:latin typeface="Times New Roman" panose="02020603050405020304"/>
                <a:ea typeface="Times New Roman" panose="02020603050405020304"/>
                <a:cs typeface="Times New Roman" panose="02020603050405020304"/>
              </a:rPr>
              <a:t>ROBOT PLACEMENT</a:t>
            </a:r>
            <a:endParaRPr sz="1275" b="1" i="0">
              <a:solidFill>
                <a:srgbClr val="147C78"/>
              </a:solidFill>
              <a:latin typeface="Times New Roman" panose="02020603050405020304"/>
              <a:ea typeface="Times New Roman" panose="02020603050405020304"/>
              <a:cs typeface="Times New Roman" panose="02020603050405020304"/>
            </a:endParaRPr>
          </a:p>
        </p:txBody>
      </p:sp>
      <p:sp>
        <p:nvSpPr>
          <p:cNvPr id="2" name="矩形 1"/>
          <p:cNvSpPr>
            <a:spLocks noGrp="1"/>
          </p:cNvSpPr>
          <p:nvPr/>
        </p:nvSpPr>
        <p:spPr>
          <a:xfrm>
            <a:off x="704850" y="723900"/>
            <a:ext cx="10763250" cy="590550"/>
          </a:xfrm>
          <a:prstGeom prst="rect">
            <a:avLst/>
          </a:prstGeom>
          <a:noFill/>
          <a:ln w="0">
            <a:noFill/>
          </a:ln>
        </p:spPr>
        <p:txBody>
          <a:bodyPr wrap="square" lIns="0" tIns="0" rIns="0" bIns="0" anchor="t">
            <a:normAutofit/>
          </a:bodyPr>
          <a:lstStyle/>
          <a:p>
            <a:pPr algn="l">
              <a:lnSpc>
                <a:spcPct val="100000"/>
              </a:lnSpc>
              <a:buNone/>
              <a:defRPr sz="3075" b="1" i="0">
                <a:solidFill>
                  <a:srgbClr val="181D20"/>
                </a:solidFill>
                <a:latin typeface="Times New Roman" panose="02020603050405020304"/>
                <a:ea typeface="Times New Roman" panose="02020603050405020304"/>
                <a:cs typeface="Times New Roman" panose="02020603050405020304"/>
              </a:defRPr>
            </a:pPr>
            <a:r>
              <a:rPr sz="3075" b="1" i="0">
                <a:solidFill>
                  <a:srgbClr val="181D20"/>
                </a:solidFill>
                <a:latin typeface="Times New Roman" panose="02020603050405020304"/>
                <a:ea typeface="Times New Roman" panose="02020603050405020304"/>
                <a:cs typeface="Times New Roman" panose="02020603050405020304"/>
              </a:rPr>
              <a:t>Face-</a:t>
            </a:r>
            <a:r>
              <a:rPr lang="en-US" sz="3075" b="1" i="0">
                <a:solidFill>
                  <a:srgbClr val="181D20"/>
                </a:solidFill>
                <a:latin typeface="Times New Roman" panose="02020603050405020304"/>
                <a:ea typeface="Times New Roman" panose="02020603050405020304"/>
                <a:cs typeface="Times New Roman" panose="02020603050405020304"/>
              </a:rPr>
              <a:t>down</a:t>
            </a:r>
            <a:r>
              <a:rPr sz="3075" b="1" i="0">
                <a:solidFill>
                  <a:srgbClr val="181D20"/>
                </a:solidFill>
                <a:latin typeface="Times New Roman" panose="02020603050405020304"/>
                <a:ea typeface="Times New Roman" panose="02020603050405020304"/>
                <a:cs typeface="Times New Roman" panose="02020603050405020304"/>
              </a:rPr>
              <a:t> starting position</a:t>
            </a:r>
            <a:endParaRPr sz="3075" b="1" i="0">
              <a:solidFill>
                <a:srgbClr val="181D20"/>
              </a:solidFill>
              <a:latin typeface="Times New Roman" panose="02020603050405020304"/>
              <a:ea typeface="Times New Roman" panose="02020603050405020304"/>
              <a:cs typeface="Times New Roman" panose="02020603050405020304"/>
            </a:endParaRPr>
          </a:p>
        </p:txBody>
      </p:sp>
      <p:sp>
        <p:nvSpPr>
          <p:cNvPr id="3" name="矩形 2"/>
          <p:cNvSpPr>
            <a:spLocks noGrp="1"/>
          </p:cNvSpPr>
          <p:nvPr/>
        </p:nvSpPr>
        <p:spPr>
          <a:xfrm>
            <a:off x="704850" y="1419225"/>
            <a:ext cx="609600" cy="47625"/>
          </a:xfrm>
          <a:prstGeom prst="rect">
            <a:avLst/>
          </a:prstGeom>
          <a:solidFill>
            <a:srgbClr val="EA6B36"/>
          </a:solidFill>
          <a:ln w="0">
            <a:noFill/>
            <a:prstDash val="solid"/>
          </a:ln>
        </p:spPr>
      </p:sp>
      <p:sp>
        <p:nvSpPr>
          <p:cNvPr id="4" name="文本框 3"/>
          <p:cNvSpPr txBox="1"/>
          <p:nvPr/>
        </p:nvSpPr>
        <p:spPr>
          <a:xfrm>
            <a:off x="1191260" y="2513330"/>
            <a:ext cx="4064000" cy="3010535"/>
          </a:xfrm>
          <a:prstGeom prst="rect">
            <a:avLst/>
          </a:prstGeom>
          <a:noFill/>
        </p:spPr>
        <p:txBody>
          <a:bodyPr wrap="square" rtlCol="0">
            <a:noAutofit/>
          </a:bodyPr>
          <a:p>
            <a:endParaRPr lang="zh-CN" altLang="en-US"/>
          </a:p>
        </p:txBody>
      </p:sp>
      <p:pic>
        <p:nvPicPr>
          <p:cNvPr id="15" name="图片 14" descr="g1over"/>
          <p:cNvPicPr>
            <a:picLocks noChangeAspect="1"/>
          </p:cNvPicPr>
          <p:nvPr/>
        </p:nvPicPr>
        <p:blipFill>
          <a:blip r:embed="rId1"/>
          <a:stretch>
            <a:fillRect/>
          </a:stretch>
        </p:blipFill>
        <p:spPr>
          <a:xfrm>
            <a:off x="695325" y="2257425"/>
            <a:ext cx="7015480" cy="3289300"/>
          </a:xfrm>
          <a:prstGeom prst="rect">
            <a:avLst/>
          </a:prstGeom>
        </p:spPr>
      </p:pic>
      <p:sp>
        <p:nvSpPr>
          <p:cNvPr id="16" name="文本框 15"/>
          <p:cNvSpPr txBox="1"/>
          <p:nvPr/>
        </p:nvSpPr>
        <p:spPr>
          <a:xfrm>
            <a:off x="8543925" y="2205355"/>
            <a:ext cx="2987675" cy="3266440"/>
          </a:xfrm>
          <a:prstGeom prst="rect">
            <a:avLst/>
          </a:prstGeom>
          <a:noFill/>
        </p:spPr>
        <p:txBody>
          <a:bodyPr wrap="square" rtlCol="0">
            <a:noAutofit/>
          </a:bodyPr>
          <a:p>
            <a:pPr algn="l"/>
            <a:r>
              <a:rPr lang="zh-CN" altLang="en-US">
                <a:latin typeface="Times New Roman" panose="02020603050405020304" charset="0"/>
                <a:cs typeface="Times New Roman" panose="02020603050405020304" charset="0"/>
              </a:rPr>
              <a:t>Before packing, please make sure the robot is face down as shown in the picture.</a:t>
            </a:r>
            <a:endParaRPr lang="zh-CN" altLang="en-US">
              <a:latin typeface="Times New Roman" panose="02020603050405020304" charset="0"/>
              <a:cs typeface="Times New Roman" panose="02020603050405020304" charset="0"/>
            </a:endParaRPr>
          </a:p>
        </p:txBody>
      </p:sp>
      <p:sp>
        <p:nvSpPr>
          <p:cNvPr id="17" name="文本框 16"/>
          <p:cNvSpPr txBox="1"/>
          <p:nvPr/>
        </p:nvSpPr>
        <p:spPr>
          <a:xfrm>
            <a:off x="7896225" y="1524635"/>
            <a:ext cx="4064000" cy="521970"/>
          </a:xfrm>
          <a:prstGeom prst="rect">
            <a:avLst/>
          </a:prstGeom>
          <a:noFill/>
        </p:spPr>
        <p:txBody>
          <a:bodyPr wrap="square" rtlCol="0">
            <a:spAutoFit/>
          </a:bodyPr>
          <a:p>
            <a:pPr algn="ctr"/>
            <a:r>
              <a:rPr lang="en-US" sz="2800" b="1">
                <a:solidFill>
                  <a:srgbClr val="EA6B36"/>
                </a:solidFill>
                <a:latin typeface="Times New Roman" panose="02020603050405020304"/>
                <a:ea typeface="Times New Roman" panose="02020603050405020304"/>
                <a:cs typeface="Times New Roman" panose="02020603050405020304"/>
                <a:sym typeface="+mn-ea"/>
              </a:rPr>
              <a:t>Note</a:t>
            </a:r>
            <a:endParaRPr lang="en-US" sz="2800" b="1">
              <a:solidFill>
                <a:srgbClr val="EA6B36"/>
              </a:solidFill>
              <a:latin typeface="Times New Roman" panose="02020603050405020304"/>
              <a:ea typeface="Times New Roman" panose="02020603050405020304"/>
              <a:cs typeface="Times New Roman" panose="02020603050405020304"/>
              <a:sym typeface="+mn-ea"/>
            </a:endParaRPr>
          </a:p>
        </p:txBody>
      </p:sp>
      <p:sp>
        <p:nvSpPr>
          <p:cNvPr id="18" name="直接连接符 17"/>
          <p:cNvSpPr>
            <a:spLocks noGrp="1"/>
          </p:cNvSpPr>
          <p:nvPr/>
        </p:nvSpPr>
        <p:spPr>
          <a:xfrm>
            <a:off x="8322945" y="3141345"/>
            <a:ext cx="3429000" cy="0"/>
          </a:xfrm>
          <a:prstGeom prst="line">
            <a:avLst/>
          </a:prstGeom>
          <a:noFill/>
          <a:ln w="19050">
            <a:solidFill>
              <a:srgbClr val="D1D8D5"/>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F4"/>
        </a:solidFill>
        <a:effectLst/>
      </p:bgPr>
    </p:bg>
    <p:spTree>
      <p:nvGrpSpPr>
        <p:cNvPr id="1" name=""/>
        <p:cNvGrpSpPr/>
        <p:nvPr/>
      </p:nvGrpSpPr>
      <p:grpSpPr/>
      <p:sp>
        <p:nvSpPr>
          <p:cNvPr id="13" name="矩形 12"/>
          <p:cNvSpPr>
            <a:spLocks noGrp="1"/>
          </p:cNvSpPr>
          <p:nvPr/>
        </p:nvSpPr>
        <p:spPr>
          <a:xfrm>
            <a:off x="704850" y="400050"/>
            <a:ext cx="4572000" cy="228600"/>
          </a:xfrm>
          <a:prstGeom prst="rect">
            <a:avLst/>
          </a:prstGeom>
          <a:noFill/>
          <a:ln w="0">
            <a:noFill/>
          </a:ln>
        </p:spPr>
        <p:txBody>
          <a:bodyPr wrap="square" lIns="0" tIns="0" rIns="0" bIns="0" anchor="t">
            <a:normAutofit/>
          </a:bodyPr>
          <a:lstStyle/>
          <a:p>
            <a:pPr algn="l">
              <a:lnSpc>
                <a:spcPct val="100000"/>
              </a:lnSpc>
              <a:buNone/>
              <a:defRPr sz="1275" b="1" i="0">
                <a:solidFill>
                  <a:srgbClr val="147C78"/>
                </a:solidFill>
                <a:latin typeface="Times New Roman" panose="02020603050405020304"/>
                <a:ea typeface="Times New Roman" panose="02020603050405020304"/>
                <a:cs typeface="Times New Roman" panose="02020603050405020304"/>
              </a:defRPr>
            </a:pPr>
            <a:r>
              <a:rPr sz="1275" b="1" i="0">
                <a:solidFill>
                  <a:srgbClr val="147C78"/>
                </a:solidFill>
                <a:latin typeface="Times New Roman" panose="02020603050405020304"/>
                <a:ea typeface="Times New Roman" panose="02020603050405020304"/>
                <a:cs typeface="Times New Roman" panose="02020603050405020304"/>
              </a:rPr>
              <a:t>STORAGE</a:t>
            </a:r>
            <a:endParaRPr sz="1275" b="1" i="0">
              <a:solidFill>
                <a:srgbClr val="147C78"/>
              </a:solidFill>
              <a:latin typeface="Times New Roman" panose="02020603050405020304"/>
              <a:ea typeface="Times New Roman" panose="02020603050405020304"/>
              <a:cs typeface="Times New Roman" panose="02020603050405020304"/>
            </a:endParaRPr>
          </a:p>
        </p:txBody>
      </p:sp>
      <p:sp>
        <p:nvSpPr>
          <p:cNvPr id="2" name="矩形 1"/>
          <p:cNvSpPr>
            <a:spLocks noGrp="1"/>
          </p:cNvSpPr>
          <p:nvPr/>
        </p:nvSpPr>
        <p:spPr>
          <a:xfrm>
            <a:off x="704850" y="723900"/>
            <a:ext cx="10763250" cy="590550"/>
          </a:xfrm>
          <a:prstGeom prst="rect">
            <a:avLst/>
          </a:prstGeom>
          <a:noFill/>
          <a:ln w="0">
            <a:noFill/>
          </a:ln>
        </p:spPr>
        <p:txBody>
          <a:bodyPr wrap="square" lIns="0" tIns="0" rIns="0" bIns="0" anchor="t">
            <a:normAutofit/>
          </a:bodyPr>
          <a:lstStyle/>
          <a:p>
            <a:pPr algn="l">
              <a:lnSpc>
                <a:spcPct val="100000"/>
              </a:lnSpc>
              <a:buNone/>
              <a:defRPr sz="3075" b="1" i="0">
                <a:solidFill>
                  <a:srgbClr val="181D20"/>
                </a:solidFill>
                <a:latin typeface="Times New Roman" panose="02020603050405020304"/>
                <a:ea typeface="Times New Roman" panose="02020603050405020304"/>
                <a:cs typeface="Times New Roman" panose="02020603050405020304"/>
              </a:defRPr>
            </a:pPr>
            <a:r>
              <a:rPr sz="3075" b="1" i="0">
                <a:solidFill>
                  <a:srgbClr val="181D20"/>
                </a:solidFill>
                <a:latin typeface="Times New Roman" panose="02020603050405020304"/>
                <a:ea typeface="Times New Roman" panose="02020603050405020304"/>
                <a:cs typeface="Times New Roman" panose="02020603050405020304"/>
              </a:rPr>
              <a:t>Packing position and final check</a:t>
            </a:r>
            <a:endParaRPr sz="3075" b="1" i="0">
              <a:solidFill>
                <a:srgbClr val="181D20"/>
              </a:solidFill>
              <a:latin typeface="Times New Roman" panose="02020603050405020304"/>
              <a:ea typeface="Times New Roman" panose="02020603050405020304"/>
              <a:cs typeface="Times New Roman" panose="02020603050405020304"/>
            </a:endParaRPr>
          </a:p>
        </p:txBody>
      </p:sp>
      <p:sp>
        <p:nvSpPr>
          <p:cNvPr id="3" name="矩形 2"/>
          <p:cNvSpPr>
            <a:spLocks noGrp="1"/>
          </p:cNvSpPr>
          <p:nvPr/>
        </p:nvSpPr>
        <p:spPr>
          <a:xfrm>
            <a:off x="704850" y="1419225"/>
            <a:ext cx="609600" cy="47625"/>
          </a:xfrm>
          <a:prstGeom prst="rect">
            <a:avLst/>
          </a:prstGeom>
          <a:solidFill>
            <a:srgbClr val="EA6B36"/>
          </a:solidFill>
          <a:ln w="0">
            <a:noFill/>
            <a:prstDash val="solid"/>
          </a:ln>
        </p:spPr>
      </p:sp>
      <p:pic>
        <p:nvPicPr>
          <p:cNvPr id="16" name="图片 15"/>
          <p:cNvPicPr>
            <a:picLocks noChangeAspect="1"/>
          </p:cNvPicPr>
          <p:nvPr/>
        </p:nvPicPr>
        <p:blipFill>
          <a:blip r:embed="rId1"/>
          <a:stretch>
            <a:fillRect/>
          </a:stretch>
        </p:blipFill>
        <p:spPr>
          <a:xfrm>
            <a:off x="1273810" y="1714500"/>
            <a:ext cx="3738880" cy="4572000"/>
          </a:xfrm>
          <a:prstGeom prst="rect">
            <a:avLst/>
          </a:prstGeom>
        </p:spPr>
      </p:pic>
      <p:sp>
        <p:nvSpPr>
          <p:cNvPr id="5" name="矩形 4"/>
          <p:cNvSpPr>
            <a:spLocks noGrp="1"/>
          </p:cNvSpPr>
          <p:nvPr/>
        </p:nvSpPr>
        <p:spPr>
          <a:xfrm>
            <a:off x="6238875" y="1885950"/>
            <a:ext cx="4476750" cy="400050"/>
          </a:xfrm>
          <a:prstGeom prst="rect">
            <a:avLst/>
          </a:prstGeom>
          <a:noFill/>
          <a:ln w="0">
            <a:noFill/>
          </a:ln>
        </p:spPr>
        <p:txBody>
          <a:bodyPr wrap="square" lIns="0" tIns="0" rIns="0" bIns="0" anchor="t">
            <a:normAutofit/>
          </a:bodyPr>
          <a:lstStyle/>
          <a:p>
            <a:pPr algn="l">
              <a:lnSpc>
                <a:spcPct val="100000"/>
              </a:lnSpc>
              <a:buNone/>
              <a:defRPr sz="2325" b="1" i="0">
                <a:solidFill>
                  <a:srgbClr val="EA6B36"/>
                </a:solidFill>
                <a:latin typeface="Times New Roman" panose="02020603050405020304"/>
                <a:ea typeface="Times New Roman" panose="02020603050405020304"/>
                <a:cs typeface="Times New Roman" panose="02020603050405020304"/>
              </a:defRPr>
            </a:pPr>
            <a:r>
              <a:rPr sz="2325" b="1" i="0">
                <a:solidFill>
                  <a:srgbClr val="EA6B36"/>
                </a:solidFill>
                <a:latin typeface="Times New Roman" panose="02020603050405020304"/>
                <a:ea typeface="Times New Roman" panose="02020603050405020304"/>
                <a:cs typeface="Times New Roman" panose="02020603050405020304"/>
              </a:rPr>
              <a:t>Adjust the pose</a:t>
            </a:r>
            <a:endParaRPr sz="2325" b="1" i="0">
              <a:solidFill>
                <a:srgbClr val="EA6B36"/>
              </a:solidFill>
              <a:latin typeface="Times New Roman" panose="02020603050405020304"/>
              <a:ea typeface="Times New Roman" panose="02020603050405020304"/>
              <a:cs typeface="Times New Roman" panose="02020603050405020304"/>
            </a:endParaRPr>
          </a:p>
        </p:txBody>
      </p:sp>
      <p:sp>
        <p:nvSpPr>
          <p:cNvPr id="6" name="矩形 5"/>
          <p:cNvSpPr>
            <a:spLocks noGrp="1"/>
          </p:cNvSpPr>
          <p:nvPr/>
        </p:nvSpPr>
        <p:spPr>
          <a:xfrm>
            <a:off x="6238875" y="2352675"/>
            <a:ext cx="4857750" cy="74295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Align the arms and legs with the foam insert. Move each joint gently.</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7" name="直接连接符 6"/>
          <p:cNvSpPr>
            <a:spLocks noGrp="1"/>
          </p:cNvSpPr>
          <p:nvPr/>
        </p:nvSpPr>
        <p:spPr>
          <a:xfrm>
            <a:off x="6238875" y="3343275"/>
            <a:ext cx="4905375" cy="0"/>
          </a:xfrm>
          <a:prstGeom prst="line">
            <a:avLst/>
          </a:prstGeom>
          <a:noFill/>
          <a:ln w="19050">
            <a:solidFill>
              <a:srgbClr val="D1D8D5"/>
            </a:solidFill>
            <a:prstDash val="solid"/>
          </a:ln>
        </p:spPr>
      </p:sp>
      <p:sp>
        <p:nvSpPr>
          <p:cNvPr id="8" name="矩形 7"/>
          <p:cNvSpPr>
            <a:spLocks noGrp="1"/>
          </p:cNvSpPr>
          <p:nvPr/>
        </p:nvSpPr>
        <p:spPr>
          <a:xfrm>
            <a:off x="6238875" y="3619500"/>
            <a:ext cx="4476750" cy="400050"/>
          </a:xfrm>
          <a:prstGeom prst="rect">
            <a:avLst/>
          </a:prstGeom>
          <a:noFill/>
          <a:ln w="0">
            <a:noFill/>
          </a:ln>
        </p:spPr>
        <p:txBody>
          <a:bodyPr wrap="square" lIns="0" tIns="0" rIns="0" bIns="0" anchor="t">
            <a:normAutofit/>
          </a:bodyPr>
          <a:lstStyle/>
          <a:p>
            <a:pPr algn="l">
              <a:lnSpc>
                <a:spcPct val="100000"/>
              </a:lnSpc>
              <a:buNone/>
              <a:defRPr sz="2325" b="1" i="0">
                <a:solidFill>
                  <a:srgbClr val="147C78"/>
                </a:solidFill>
                <a:latin typeface="Times New Roman" panose="02020603050405020304"/>
                <a:ea typeface="Times New Roman" panose="02020603050405020304"/>
                <a:cs typeface="Times New Roman" panose="02020603050405020304"/>
              </a:defRPr>
            </a:pPr>
            <a:r>
              <a:rPr sz="2325" b="1" i="0">
                <a:solidFill>
                  <a:srgbClr val="147C78"/>
                </a:solidFill>
                <a:latin typeface="Times New Roman" panose="02020603050405020304"/>
                <a:ea typeface="Times New Roman" panose="02020603050405020304"/>
                <a:cs typeface="Times New Roman" panose="02020603050405020304"/>
              </a:rPr>
              <a:t>Protect the robot</a:t>
            </a:r>
            <a:endParaRPr sz="2325" b="1" i="0">
              <a:solidFill>
                <a:srgbClr val="147C78"/>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6238875" y="4086225"/>
            <a:ext cx="4857750" cy="704850"/>
          </a:xfrm>
          <a:prstGeom prst="rect">
            <a:avLst/>
          </a:prstGeom>
          <a:noFill/>
          <a:ln w="0">
            <a:noFill/>
          </a:ln>
        </p:spPr>
        <p:txBody>
          <a:bodyPr wrap="square" lIns="0" tIns="0" rIns="0" bIns="0" anchor="t">
            <a:normAutofit/>
          </a:bodyPr>
          <a:lstStyle/>
          <a:p>
            <a:pPr algn="l">
              <a:lnSpc>
                <a:spcPct val="100000"/>
              </a:lnSpc>
              <a:buNone/>
              <a:defRPr sz="1725" b="0" i="0">
                <a:solidFill>
                  <a:srgbClr val="5E676B"/>
                </a:solidFill>
                <a:latin typeface="Times New Roman" panose="02020603050405020304"/>
                <a:ea typeface="Times New Roman" panose="02020603050405020304"/>
                <a:cs typeface="Times New Roman" panose="02020603050405020304"/>
              </a:defRPr>
            </a:pPr>
            <a:r>
              <a:rPr sz="1725" b="0" i="0">
                <a:solidFill>
                  <a:srgbClr val="5E676B"/>
                </a:solidFill>
                <a:latin typeface="Times New Roman" panose="02020603050405020304"/>
                <a:ea typeface="Times New Roman" panose="02020603050405020304"/>
                <a:cs typeface="Times New Roman" panose="02020603050405020304"/>
              </a:rPr>
              <a:t>Check that fingers, cables and covers will not be trapped.</a:t>
            </a:r>
            <a:endParaRPr sz="1725" b="0" i="0">
              <a:solidFill>
                <a:srgbClr val="5E676B"/>
              </a:solidFill>
              <a:latin typeface="Times New Roman" panose="02020603050405020304"/>
              <a:ea typeface="Times New Roman" panose="02020603050405020304"/>
              <a:cs typeface="Times New Roman" panose="02020603050405020304"/>
            </a:endParaRPr>
          </a:p>
        </p:txBody>
      </p:sp>
      <p:sp>
        <p:nvSpPr>
          <p:cNvPr id="10" name="直接连接符 9"/>
          <p:cNvSpPr>
            <a:spLocks noGrp="1"/>
          </p:cNvSpPr>
          <p:nvPr/>
        </p:nvSpPr>
        <p:spPr>
          <a:xfrm>
            <a:off x="6238875" y="5038725"/>
            <a:ext cx="4905375" cy="0"/>
          </a:xfrm>
          <a:prstGeom prst="line">
            <a:avLst/>
          </a:prstGeom>
          <a:noFill/>
          <a:ln w="19050">
            <a:solidFill>
              <a:srgbClr val="D1D8D5"/>
            </a:solidFill>
            <a:prstDash val="solid"/>
          </a:ln>
        </p:spPr>
      </p:sp>
      <p:sp>
        <p:nvSpPr>
          <p:cNvPr id="11" name="矩形 10"/>
          <p:cNvSpPr>
            <a:spLocks noGrp="1"/>
          </p:cNvSpPr>
          <p:nvPr/>
        </p:nvSpPr>
        <p:spPr>
          <a:xfrm>
            <a:off x="6238875" y="5314950"/>
            <a:ext cx="4476750" cy="400050"/>
          </a:xfrm>
          <a:prstGeom prst="rect">
            <a:avLst/>
          </a:prstGeom>
          <a:noFill/>
          <a:ln w="0">
            <a:noFill/>
          </a:ln>
        </p:spPr>
        <p:txBody>
          <a:bodyPr wrap="square" lIns="0" tIns="0" rIns="0" bIns="0" anchor="t">
            <a:normAutofit/>
          </a:bodyPr>
          <a:lstStyle/>
          <a:p>
            <a:pPr algn="l">
              <a:lnSpc>
                <a:spcPct val="100000"/>
              </a:lnSpc>
              <a:buNone/>
              <a:defRPr sz="2325" b="1" i="0">
                <a:solidFill>
                  <a:srgbClr val="181D20"/>
                </a:solidFill>
                <a:latin typeface="Times New Roman" panose="02020603050405020304"/>
                <a:ea typeface="Times New Roman" panose="02020603050405020304"/>
                <a:cs typeface="Times New Roman" panose="02020603050405020304"/>
              </a:defRPr>
            </a:pPr>
            <a:r>
              <a:rPr sz="2325" b="1" i="0">
                <a:solidFill>
                  <a:srgbClr val="181D20"/>
                </a:solidFill>
                <a:latin typeface="Times New Roman" panose="02020603050405020304"/>
                <a:ea typeface="Times New Roman" panose="02020603050405020304"/>
                <a:cs typeface="Times New Roman" panose="02020603050405020304"/>
              </a:rPr>
              <a:t>Complete the kit</a:t>
            </a:r>
            <a:endParaRPr sz="2325" b="1" i="0">
              <a:solidFill>
                <a:srgbClr val="181D20"/>
              </a:solidFill>
              <a:latin typeface="Times New Roman" panose="02020603050405020304"/>
              <a:ea typeface="Times New Roman" panose="02020603050405020304"/>
              <a:cs typeface="Times New Roman" panose="02020603050405020304"/>
            </a:endParaRPr>
          </a:p>
        </p:txBody>
      </p:sp>
      <p:sp>
        <p:nvSpPr>
          <p:cNvPr id="12" name="矩形 11"/>
          <p:cNvSpPr>
            <a:spLocks noGrp="1"/>
          </p:cNvSpPr>
          <p:nvPr/>
        </p:nvSpPr>
        <p:spPr>
          <a:xfrm>
            <a:off x="6238875" y="5781675"/>
            <a:ext cx="4857750" cy="628650"/>
          </a:xfrm>
          <a:prstGeom prst="rect">
            <a:avLst/>
          </a:prstGeom>
          <a:noFill/>
          <a:ln w="0">
            <a:noFill/>
          </a:ln>
        </p:spPr>
        <p:txBody>
          <a:bodyPr wrap="square" lIns="0" tIns="0" rIns="0" bIns="0" anchor="t">
            <a:normAutofit/>
          </a:bodyPr>
          <a:lstStyle/>
          <a:p>
            <a:pPr algn="l">
              <a:lnSpc>
                <a:spcPct val="100000"/>
              </a:lnSpc>
              <a:buNone/>
              <a:defRPr sz="1650" b="0" i="0">
                <a:solidFill>
                  <a:srgbClr val="5E676B"/>
                </a:solidFill>
                <a:latin typeface="Times New Roman" panose="02020603050405020304"/>
                <a:ea typeface="Times New Roman" panose="02020603050405020304"/>
                <a:cs typeface="Times New Roman" panose="02020603050405020304"/>
              </a:defRPr>
            </a:pPr>
            <a:r>
              <a:rPr sz="1650" b="0" i="0">
                <a:solidFill>
                  <a:srgbClr val="5E676B"/>
                </a:solidFill>
                <a:latin typeface="Times New Roman" panose="02020603050405020304"/>
                <a:ea typeface="Times New Roman" panose="02020603050405020304"/>
                <a:cs typeface="Times New Roman" panose="02020603050405020304"/>
              </a:rPr>
              <a:t>Return the controller, charger, padding and accessories to their positions.</a:t>
            </a:r>
            <a:endParaRPr sz="1650" b="0" i="0">
              <a:solidFill>
                <a:srgbClr val="5E676B"/>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tags/tag1.xml><?xml version="1.0" encoding="utf-8"?>
<p:tagLst xmlns:p="http://schemas.openxmlformats.org/presentationml/2006/main">
  <p:tag name="KSO_WM_DIAGRAM_VIRTUALLY_FRAME" val="{&quot;height&quot;:350.25,&quot;left&quot;:592.5,&quot;top&quot;:153.75,&quot;width&quot;:292.5}"/>
</p:tagLst>
</file>

<file path=ppt/tags/tag2.xml><?xml version="1.0" encoding="utf-8"?>
<p:tagLst xmlns:p="http://schemas.openxmlformats.org/presentationml/2006/main">
  <p:tag name="KSO_WM_DIAGRAM_VIRTUALLY_FRAME" val="{&quot;height&quot;:350.25,&quot;left&quot;:592.5,&quot;top&quot;:153.75,&quot;width&quot;:292.5}"/>
</p:tagLst>
</file>

<file path=ppt/tags/tag3.xml><?xml version="1.0" encoding="utf-8"?>
<p:tagLst xmlns:p="http://schemas.openxmlformats.org/presentationml/2006/main">
  <p:tag name="KSO_WM_DIAGRAM_VIRTUALLY_FRAME" val="{&quot;height&quot;:350.25,&quot;left&quot;:592.5,&quot;top&quot;:153.75,&quot;width&quot;:292.5}"/>
</p:tagLst>
</file>

<file path=ppt/tags/tag4.xml><?xml version="1.0" encoding="utf-8"?>
<p:tagLst xmlns:p="http://schemas.openxmlformats.org/presentationml/2006/main">
  <p:tag name="KSO_WM_DIAGRAM_VIRTUALLY_FRAME" val="{&quot;height&quot;:350.25,&quot;left&quot;:592.5,&quot;top&quot;:153.75,&quot;width&quot;:292.5}"/>
</p:tagLst>
</file>

<file path=ppt/tags/tag5.xml><?xml version="1.0" encoding="utf-8"?>
<p:tagLst xmlns:p="http://schemas.openxmlformats.org/presentationml/2006/main">
  <p:tag name="KSO_WM_DIAGRAM_VIRTUALLY_FRAME" val="{&quot;height&quot;:350.25,&quot;left&quot;:592.5,&quot;top&quot;:153.75,&quot;width&quot;:292.5}"/>
</p:tagLst>
</file>

<file path=ppt/tags/tag6.xml><?xml version="1.0" encoding="utf-8"?>
<p:tagLst xmlns:p="http://schemas.openxmlformats.org/presentationml/2006/main">
  <p:tag name="KSO_WM_DIAGRAM_VIRTUALLY_FRAME" val="{&quot;height&quot;:350.25,&quot;left&quot;:592.5,&quot;top&quot;:153.75,&quot;width&quot;:292.5}"/>
</p:tagLst>
</file>

<file path=ppt/tags/tag7.xml><?xml version="1.0" encoding="utf-8"?>
<p:tagLst xmlns:p="http://schemas.openxmlformats.org/presentationml/2006/main">
  <p:tag name="KSO_WM_DIAGRAM_VIRTUALLY_FRAME" val="{&quot;height&quot;:350.25,&quot;left&quot;:592.5,&quot;top&quot;:153.75,&quot;width&quot;:292.5}"/>
</p:tagLst>
</file>

<file path=ppt/tags/tag8.xml><?xml version="1.0" encoding="utf-8"?>
<p:tagLst xmlns:p="http://schemas.openxmlformats.org/presentationml/2006/main">
  <p:tag name="KSO_WM_DIAGRAM_VIRTUALLY_FRAME" val="{&quot;height&quot;:350.25,&quot;left&quot;:592.5,&quot;top&quot;:153.75,&quot;width&quot;:292.5}"/>
</p:tagLst>
</file>

<file path=ppt/tags/tag9.xml><?xml version="1.0" encoding="utf-8"?>
<p:tagLst xmlns:p="http://schemas.openxmlformats.org/presentationml/2006/main">
  <p:tag name="KSO_WM_DIAGRAM_VIRTUALLY_FRAME" val="{&quot;height&quot;:305.25,&quot;left&quot;:61.5,&quot;top&quot;:141,&quot;width&quot;:827.25}"/>
</p:tagLst>
</file>

<file path=ppt/tags/tag10.xml><?xml version="1.0" encoding="utf-8"?>
<p:tagLst xmlns:p="http://schemas.openxmlformats.org/presentationml/2006/main">
  <p:tag name="KSO_WM_DIAGRAM_VIRTUALLY_FRAME" val="{&quot;height&quot;:305.25,&quot;left&quot;:61.5,&quot;top&quot;:141,&quot;width&quot;:827.25}"/>
</p:tagLst>
</file>

<file path=ppt/tags/tag11.xml><?xml version="1.0" encoding="utf-8"?>
<p:tagLst xmlns:p="http://schemas.openxmlformats.org/presentationml/2006/main">
  <p:tag name="KSO_WM_DIAGRAM_VIRTUALLY_FRAME" val="{&quot;height&quot;:305.25,&quot;left&quot;:61.5,&quot;top&quot;:141,&quot;width&quot;:827.25}"/>
</p:tagLst>
</file>

<file path=ppt/tags/tag12.xml><?xml version="1.0" encoding="utf-8"?>
<p:tagLst xmlns:p="http://schemas.openxmlformats.org/presentationml/2006/main">
  <p:tag name="KSO_WM_DIAGRAM_VIRTUALLY_FRAME" val="{&quot;height&quot;:305.25,&quot;left&quot;:61.5,&quot;top&quot;:141,&quot;width&quot;:827.25}"/>
</p:tagLst>
</file>

<file path=ppt/tags/tag13.xml><?xml version="1.0" encoding="utf-8"?>
<p:tagLst xmlns:p="http://schemas.openxmlformats.org/presentationml/2006/main">
  <p:tag name="KSO_WM_DIAGRAM_VIRTUALLY_FRAME" val="{&quot;height&quot;:305.25,&quot;left&quot;:61.5,&quot;top&quot;:141,&quot;width&quot;:827.25}"/>
</p:tagLst>
</file>

<file path=ppt/tags/tag14.xml><?xml version="1.0" encoding="utf-8"?>
<p:tagLst xmlns:p="http://schemas.openxmlformats.org/presentationml/2006/main">
  <p:tag name="KSO_WM_DIAGRAM_VIRTUALLY_FRAME" val="{&quot;height&quot;:305.25,&quot;left&quot;:61.5,&quot;top&quot;:141,&quot;width&quot;:827.25}"/>
</p:tagLst>
</file>

<file path=ppt/tags/tag15.xml><?xml version="1.0" encoding="utf-8"?>
<p:tagLst xmlns:p="http://schemas.openxmlformats.org/presentationml/2006/main">
  <p:tag name="KSO_WM_DIAGRAM_VIRTUALLY_FRAME" val="{&quot;height&quot;:305.25,&quot;left&quot;:61.5,&quot;top&quot;:141,&quot;width&quot;:827.25}"/>
</p:tagLst>
</file>

<file path=ppt/tags/tag16.xml><?xml version="1.0" encoding="utf-8"?>
<p:tagLst xmlns:p="http://schemas.openxmlformats.org/presentationml/2006/main">
  <p:tag name="KSO_WM_DIAGRAM_VIRTUALLY_FRAME" val="{&quot;height&quot;:305.25,&quot;left&quot;:61.5,&quot;top&quot;:141,&quot;width&quot;:827.25}"/>
</p:tagLst>
</file>

<file path=ppt/tags/tag17.xml><?xml version="1.0" encoding="utf-8"?>
<p:tagLst xmlns:p="http://schemas.openxmlformats.org/presentationml/2006/main">
  <p:tag name="KSO_WM_DIAGRAM_VIRTUALLY_FRAME" val="{&quot;height&quot;:305.25,&quot;left&quot;:61.5,&quot;top&quot;:141,&quot;width&quot;:827.25}"/>
</p:tagLst>
</file>

<file path=ppt/tags/tag18.xml><?xml version="1.0" encoding="utf-8"?>
<p:tagLst xmlns:p="http://schemas.openxmlformats.org/presentationml/2006/main">
  <p:tag name="KSO_WM_DIAGRAM_VIRTUALLY_FRAME" val="{&quot;height&quot;:305.25,&quot;left&quot;:61.5,&quot;top&quot;:141,&quot;width&quot;:827.25}"/>
</p:tagLst>
</file>

<file path=ppt/tags/tag19.xml><?xml version="1.0" encoding="utf-8"?>
<p:tagLst xmlns:p="http://schemas.openxmlformats.org/presentationml/2006/main">
  <p:tag name="KSO_WM_DIAGRAM_VIRTUALLY_FRAME" val="{&quot;height&quot;:305.25,&quot;left&quot;:61.5,&quot;top&quot;:141,&quot;width&quot;:827.25}"/>
</p:tagLst>
</file>

<file path=ppt/tags/tag20.xml><?xml version="1.0" encoding="utf-8"?>
<p:tagLst xmlns:p="http://schemas.openxmlformats.org/presentationml/2006/main">
  <p:tag name="KSO_WM_DIAGRAM_VIRTUALLY_FRAME" val="{&quot;height&quot;:305.25,&quot;left&quot;:61.5,&quot;top&quot;:141,&quot;width&quot;:827.25}"/>
</p:tagLst>
</file>

<file path=ppt/tags/tag21.xml><?xml version="1.0" encoding="utf-8"?>
<p:tagLst xmlns:p="http://schemas.openxmlformats.org/presentationml/2006/main">
  <p:tag name="KSO_WM_DIAGRAM_VIRTUALLY_FRAME" val="{&quot;height&quot;:305.25,&quot;left&quot;:61.5,&quot;top&quot;:141,&quot;width&quot;:827.25}"/>
</p:tagLst>
</file>

<file path=ppt/tags/tag22.xml><?xml version="1.0" encoding="utf-8"?>
<p:tagLst xmlns:p="http://schemas.openxmlformats.org/presentationml/2006/main">
  <p:tag name="KSO_WM_DIAGRAM_VIRTUALLY_FRAME" val="{&quot;height&quot;:305.25,&quot;left&quot;:61.5,&quot;top&quot;:141,&quot;width&quot;:827.25}"/>
</p:tagLst>
</file>

<file path=ppt/tags/tag23.xml><?xml version="1.0" encoding="utf-8"?>
<p:tagLst xmlns:p="http://schemas.openxmlformats.org/presentationml/2006/main">
  <p:tag name="KSO_WM_DIAGRAM_VIRTUALLY_FRAME" val="{&quot;height&quot;:305.25,&quot;left&quot;:61.5,&quot;top&quot;:141,&quot;width&quot;:827.25}"/>
</p:tagLst>
</file>

<file path=ppt/tags/tag24.xml><?xml version="1.0" encoding="utf-8"?>
<p:tagLst xmlns:p="http://schemas.openxmlformats.org/presentationml/2006/main">
  <p:tag name="KSO_WM_DIAGRAM_VIRTUALLY_FRAME" val="{&quot;height&quot;:305.25,&quot;left&quot;:61.5,&quot;top&quot;:141,&quot;width&quot;:827.25}"/>
</p:tagLst>
</file>

<file path=ppt/tags/tag25.xml><?xml version="1.0" encoding="utf-8"?>
<p:tagLst xmlns:p="http://schemas.openxmlformats.org/presentationml/2006/main">
  <p:tag name="KSO_WM_DIAGRAM_VIRTUALLY_FRAME" val="{&quot;height&quot;:305.25,&quot;left&quot;:61.5,&quot;top&quot;:141,&quot;width&quot;:827.25}"/>
</p:tagLst>
</file>

<file path=ppt/tags/tag26.xml><?xml version="1.0" encoding="utf-8"?>
<p:tagLst xmlns:p="http://schemas.openxmlformats.org/presentationml/2006/main">
  <p:tag name="KSO_WM_DIAGRAM_VIRTUALLY_FRAME" val="{&quot;height&quot;:305.25,&quot;left&quot;:61.5,&quot;top&quot;:141,&quot;width&quot;:827.25}"/>
</p:tagLst>
</file>

<file path=ppt/tags/tag27.xml><?xml version="1.0" encoding="utf-8"?>
<p:tagLst xmlns:p="http://schemas.openxmlformats.org/presentationml/2006/main">
  <p:tag name="KSO_WM_DIAGRAM_VIRTUALLY_FRAME" val="{&quot;height&quot;:305.25,&quot;left&quot;:61.5,&quot;top&quot;:141,&quot;width&quot;:827.25}"/>
</p:tagLst>
</file>

<file path=ppt/tags/tag28.xml><?xml version="1.0" encoding="utf-8"?>
<p:tagLst xmlns:p="http://schemas.openxmlformats.org/presentationml/2006/main">
  <p:tag name="commondata" val="eyJoZGlkIjoiNzIyMzBhOGRjNjg5OGUyMjdjN2IyZmQ2NzM3MzQxY2UifQ=="/>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2538</Words>
  <Application>WPS 演示</Application>
  <PresentationFormat>Converted Presentation</PresentationFormat>
  <Paragraphs>213</Paragraphs>
  <Slides>11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vt:i4>
      </vt:variant>
    </vt:vector>
  </HeadingPairs>
  <TitlesOfParts>
    <vt:vector size="21" baseType="lpstr">
      <vt:lpstr>Arial</vt:lpstr>
      <vt:lpstr>宋体</vt:lpstr>
      <vt:lpstr>Wingdings</vt:lpstr>
      <vt:lpstr>Times New Roman</vt:lpstr>
      <vt:lpstr>微软雅黑</vt:lpstr>
      <vt:lpstr>Arial Unicode MS</vt:lpstr>
      <vt:lpstr>Calibri</vt:lpstr>
      <vt:lpstr>Calibri Light</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重科林耀东</cp:lastModifiedBy>
  <cp:revision>3</cp:revision>
  <dcterms:created xsi:type="dcterms:W3CDTF">2026-09-29T07:01:10Z</dcterms:created>
  <dcterms:modified xsi:type="dcterms:W3CDTF">2026-09-29T07:20:44Z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FA9726BEFDA145659D6EF62D03527368_12</vt:lpwstr>
  </property>
  <property fmtid="{D5CDD505-2E9C-101B-9397-08002B2CF9AE}" pid="3" name="KSOProductBuildVer">
    <vt:lpwstr>2052-12.1.0.18276</vt:lpwstr>
  </property>
</Properties>
</file>